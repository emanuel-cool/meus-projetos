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59" r:id="rId6"/>
    <p:sldId id="261" r:id="rId7"/>
    <p:sldId id="257" r:id="rId8"/>
    <p:sldId id="258" r:id="rId9"/>
    <p:sldId id="260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A1695-485C-4D1E-B288-4E09BD320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18A577-FDEC-1FD3-A8BC-3E5E748ED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63F00-023B-93C7-8272-1312EE3C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D2E2F-DCC0-3681-EEA9-D89FF194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10588-9458-C13A-97F4-FA495B85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92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8EFF8-E94D-1CEF-93E3-13C408AC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18C2B1-321F-CD0E-0EF5-BEDC91DB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688F8F-2D5F-742D-990F-33E2C6D6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8749BF-78A8-5B0B-A240-E9CFE753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AF22DB-9430-4750-57DF-13D9B7A6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2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BFF27-6F7B-C013-7CFB-C572FB8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3EE194-A17F-B676-73DB-5C661F9B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F876F6-4381-2291-0ED4-C2D19F92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21432-A475-AE99-6532-27A9E5C6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28075A-4DBE-6CBE-91F7-AE9AC120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7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2065A-3D44-7780-75F2-809BE709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F63256-FE22-F6CB-344D-65515EEA1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59A61A-6915-1847-F14E-5BBCBE2FE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6D8A82-9180-310F-60D9-8887D158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8E8F46-2949-A819-D07C-EE2112BC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3542C4-2DE9-B21C-AB53-E0D2902C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95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3C271-43D4-B2A9-C5D7-F2AA7D32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417023-F848-46EA-CD67-DFE09F810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D193F9-0CE8-5145-F5F4-C7BAAD1FF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8ED66C-1209-78AD-0C5E-CDF4AAD09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EBD66E-37E9-7241-2B6A-CBB55074A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958AAD-33E0-BC30-0883-F19A347A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75A7EB-6DB0-2E16-1A5C-3A461AD5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1C60E9-D3A6-28BE-FA8E-2B3CB9D8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68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8A443-962D-7F21-1EA3-783B9707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0AE916-92DC-8B0F-3B1C-AF84CF9E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59BD7D-CF8C-21ED-8ADE-075E8034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9C5FD8-B5CF-C159-B89B-EC43F273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34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E6C7B7-0203-5844-B202-71194B43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2C3626-4A22-381A-18EA-EF4AAE20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4CD03A-B686-B56A-0074-DF8FA8BD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73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D0293-36B1-7A74-14FF-027E5430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C7E4D3-A156-0C32-4459-1BFC43C0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C614C2-383C-5EF2-83B9-84F8EF82F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71ED3-D1B0-EBE9-0DF4-CF41A8C4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9B49C3-CEC8-86DF-5B89-FE8B11EE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AC5DB1-773E-B534-1866-3D440BCC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15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75060-66F5-6FF3-26C5-2D717DF1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BF86E2-C080-E365-9BCF-8B6A3E7F6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809A30-A18B-FACE-378D-174685E47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42E92A-509A-681B-869D-9A72B8C5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FACAA9-D291-44B6-BAF4-D10D1C5FB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079B38-69D2-BB86-6FB5-8B0CF364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20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505E5-7C8A-9822-C6DB-D69EB5DA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41CD4D-4BCC-B1C2-9AAB-7D49132ED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F61F51-E414-E52E-BF89-02D0A2F9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BD2D59-DF0B-D057-5645-F139A203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279679-4ABB-1957-4D66-B361BB2C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71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A00D51-7679-9E51-C7E8-7D3E25B3A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041877-9896-4914-66D6-CB98FF5EF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BDF917-FF97-21C4-5F9F-B297F46B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D581F1-0946-5AFD-F782-B4ACD644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86CB15-8364-2B8A-F932-DDC035E5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60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74E9A6C-3DBE-4F39-85FE-9C7A9C92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71C674-FEBE-0170-6756-723CCB6E6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45C75B-03AC-B0A1-7091-073D5CCB3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FF728-BBA3-40B0-9A73-25728EF7FF49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EE3F89-F69F-A679-1FE7-B98AC886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54C4FF-5137-51A3-CF03-92C3B8C94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F9E8A-BCC2-4A48-910C-0CE0D976B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64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C600FA-A7DB-512F-343C-31BD2F935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endParaRPr lang="pt-BR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DDB399-D044-46AE-9CBD-E00EBB20C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endParaRPr lang="pt-BR">
              <a:solidFill>
                <a:srgbClr val="FFFFFF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763C5C-2B9E-32FE-74C8-60B1F649F4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42"/>
          <a:stretch/>
        </p:blipFill>
        <p:spPr>
          <a:xfrm>
            <a:off x="391886" y="446314"/>
            <a:ext cx="11345043" cy="57041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9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26BA0E-9076-ECF7-AC56-493D29E4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6607"/>
            <a:ext cx="11277600" cy="476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DBCD86-72B0-0962-FB50-4C87CF53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7578"/>
            <a:ext cx="11277600" cy="448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9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09FB99-D596-D70F-DA4B-59FBCD9B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9383"/>
            <a:ext cx="11277600" cy="453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8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9977497-E143-A049-5740-B5D6518B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457200"/>
            <a:ext cx="831272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4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F9D9C2-736C-1589-1D3B-48049E4D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641" y="457200"/>
            <a:ext cx="705471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3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30406E22-C043-6851-ACD6-7BDCA58D2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7" y="163286"/>
            <a:ext cx="11212284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4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D44096B-283E-9570-051F-CF194010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1808"/>
            <a:ext cx="11277600" cy="38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1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C35BD5-C125-925E-0C10-5524F864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40" y="457200"/>
            <a:ext cx="787231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62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Korberg</dc:creator>
  <cp:lastModifiedBy>Marcelo Korberg</cp:lastModifiedBy>
  <cp:revision>1</cp:revision>
  <dcterms:created xsi:type="dcterms:W3CDTF">2025-06-04T19:20:39Z</dcterms:created>
  <dcterms:modified xsi:type="dcterms:W3CDTF">2025-06-04T19:40:55Z</dcterms:modified>
</cp:coreProperties>
</file>