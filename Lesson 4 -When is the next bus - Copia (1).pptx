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0" r:id="rId3"/>
    <p:sldId id="264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78" r:id="rId12"/>
    <p:sldId id="279" r:id="rId13"/>
    <p:sldId id="280" r:id="rId14"/>
    <p:sldId id="272" r:id="rId15"/>
    <p:sldId id="273" r:id="rId16"/>
    <p:sldId id="274" r:id="rId17"/>
    <p:sldId id="271" r:id="rId18"/>
    <p:sldId id="281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0"/>
    <p:restoredTop sz="94818"/>
  </p:normalViewPr>
  <p:slideViewPr>
    <p:cSldViewPr snapToGrid="0">
      <p:cViewPr varScale="1">
        <p:scale>
          <a:sx n="86" d="100"/>
          <a:sy n="86" d="100"/>
        </p:scale>
        <p:origin x="7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Korberg" userId="5fab1f313fe7fff9" providerId="LiveId" clId="{52DADA7A-B42E-43F0-A2BD-E85F2386301B}"/>
    <pc:docChg chg="modSld">
      <pc:chgData name="Marcelo Korberg" userId="5fab1f313fe7fff9" providerId="LiveId" clId="{52DADA7A-B42E-43F0-A2BD-E85F2386301B}" dt="2025-11-18T21:23:55.431" v="0" actId="1036"/>
      <pc:docMkLst>
        <pc:docMk/>
      </pc:docMkLst>
      <pc:sldChg chg="modSp mod">
        <pc:chgData name="Marcelo Korberg" userId="5fab1f313fe7fff9" providerId="LiveId" clId="{52DADA7A-B42E-43F0-A2BD-E85F2386301B}" dt="2025-11-18T21:23:55.431" v="0" actId="1036"/>
        <pc:sldMkLst>
          <pc:docMk/>
          <pc:sldMk cId="104663811" sldId="258"/>
        </pc:sldMkLst>
        <pc:picChg chg="mod">
          <ac:chgData name="Marcelo Korberg" userId="5fab1f313fe7fff9" providerId="LiveId" clId="{52DADA7A-B42E-43F0-A2BD-E85F2386301B}" dt="2025-11-18T21:23:55.431" v="0" actId="1036"/>
          <ac:picMkLst>
            <pc:docMk/>
            <pc:sldMk cId="104663811" sldId="258"/>
            <ac:picMk id="4" creationId="{9E0BDA80-3894-795E-C3EE-B399C8176ED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9BCC9B-A584-403E-84F6-F57D32E1492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43C7C7-A184-41DD-B46E-C28CD9A4CEAF}">
      <dgm:prSet/>
      <dgm:spPr/>
      <dgm:t>
        <a:bodyPr/>
        <a:lstStyle/>
        <a:p>
          <a:r>
            <a:rPr lang="pt-BR" b="1" dirty="0"/>
            <a:t>1.</a:t>
          </a:r>
          <a:r>
            <a:rPr lang="pt-BR" dirty="0"/>
            <a:t> 	6.00 _____ </a:t>
          </a:r>
          <a:endParaRPr lang="en-US" dirty="0"/>
        </a:p>
      </dgm:t>
    </dgm:pt>
    <dgm:pt modelId="{20ED880B-18C4-4F64-A588-C21AD7173CB1}" type="parTrans" cxnId="{5D6C4E2A-7FA1-4C76-A8E2-D1D303E89926}">
      <dgm:prSet/>
      <dgm:spPr/>
      <dgm:t>
        <a:bodyPr/>
        <a:lstStyle/>
        <a:p>
          <a:endParaRPr lang="en-US"/>
        </a:p>
      </dgm:t>
    </dgm:pt>
    <dgm:pt modelId="{F3DDF432-31BC-42FC-A309-1F4E85570A9B}" type="sibTrans" cxnId="{5D6C4E2A-7FA1-4C76-A8E2-D1D303E89926}">
      <dgm:prSet/>
      <dgm:spPr/>
      <dgm:t>
        <a:bodyPr/>
        <a:lstStyle/>
        <a:p>
          <a:endParaRPr lang="en-US"/>
        </a:p>
      </dgm:t>
    </dgm:pt>
    <dgm:pt modelId="{35212B62-4BE3-4CEC-A713-8B9E66E0A91C}">
      <dgm:prSet/>
      <dgm:spPr/>
      <dgm:t>
        <a:bodyPr/>
        <a:lstStyle/>
        <a:p>
          <a:r>
            <a:rPr lang="pt-BR" b="1" dirty="0"/>
            <a:t>2.</a:t>
          </a:r>
          <a:r>
            <a:rPr lang="pt-BR" dirty="0"/>
            <a:t> 	8.30 _____ </a:t>
          </a:r>
          <a:endParaRPr lang="en-US" dirty="0"/>
        </a:p>
      </dgm:t>
    </dgm:pt>
    <dgm:pt modelId="{A08B0EBE-6FE3-4AC8-B2AC-1DEBEC11AA42}" type="parTrans" cxnId="{2AB90276-6D24-4F4E-8EEE-014F9D3DF988}">
      <dgm:prSet/>
      <dgm:spPr/>
      <dgm:t>
        <a:bodyPr/>
        <a:lstStyle/>
        <a:p>
          <a:endParaRPr lang="en-US"/>
        </a:p>
      </dgm:t>
    </dgm:pt>
    <dgm:pt modelId="{55702A20-D97D-4289-BC74-C005C76D2362}" type="sibTrans" cxnId="{2AB90276-6D24-4F4E-8EEE-014F9D3DF988}">
      <dgm:prSet/>
      <dgm:spPr/>
      <dgm:t>
        <a:bodyPr/>
        <a:lstStyle/>
        <a:p>
          <a:endParaRPr lang="en-US"/>
        </a:p>
      </dgm:t>
    </dgm:pt>
    <dgm:pt modelId="{47E00B0D-FB95-4F82-B41A-2B6AEA663E5A}">
      <dgm:prSet/>
      <dgm:spPr/>
      <dgm:t>
        <a:bodyPr/>
        <a:lstStyle/>
        <a:p>
          <a:r>
            <a:rPr lang="pt-BR" b="1" dirty="0"/>
            <a:t>3.</a:t>
          </a:r>
          <a:r>
            <a:rPr lang="pt-BR" dirty="0"/>
            <a:t> 	3.15 _____ </a:t>
          </a:r>
          <a:endParaRPr lang="en-US" dirty="0"/>
        </a:p>
      </dgm:t>
    </dgm:pt>
    <dgm:pt modelId="{B01DAF25-50F8-4E35-90B2-06D41FA41054}" type="parTrans" cxnId="{38D07456-B0AA-4D59-AA50-FE9AFF22B2B7}">
      <dgm:prSet/>
      <dgm:spPr/>
      <dgm:t>
        <a:bodyPr/>
        <a:lstStyle/>
        <a:p>
          <a:endParaRPr lang="en-US"/>
        </a:p>
      </dgm:t>
    </dgm:pt>
    <dgm:pt modelId="{4D3F8DC9-746E-4579-AF43-D338FA7DDAFF}" type="sibTrans" cxnId="{38D07456-B0AA-4D59-AA50-FE9AFF22B2B7}">
      <dgm:prSet/>
      <dgm:spPr/>
      <dgm:t>
        <a:bodyPr/>
        <a:lstStyle/>
        <a:p>
          <a:endParaRPr lang="en-US"/>
        </a:p>
      </dgm:t>
    </dgm:pt>
    <dgm:pt modelId="{4C2E5206-07AA-4FAC-8A49-AA0C6DEFD941}">
      <dgm:prSet/>
      <dgm:spPr>
        <a:ln>
          <a:solidFill>
            <a:srgbClr val="FFFF00"/>
          </a:solidFill>
        </a:ln>
      </dgm:spPr>
      <dgm:t>
        <a:bodyPr/>
        <a:lstStyle/>
        <a:p>
          <a:r>
            <a:rPr lang="pt-BR" b="1" dirty="0"/>
            <a:t>4.</a:t>
          </a:r>
          <a:r>
            <a:rPr lang="pt-BR" dirty="0"/>
            <a:t> 	2.45 _____ </a:t>
          </a:r>
          <a:endParaRPr lang="en-US" dirty="0"/>
        </a:p>
      </dgm:t>
    </dgm:pt>
    <dgm:pt modelId="{E7BD7FCA-C3A3-4DEE-B549-795D170DD77E}" type="parTrans" cxnId="{11C2F9F8-ABFA-4729-BF34-411E0ADD5F05}">
      <dgm:prSet/>
      <dgm:spPr/>
      <dgm:t>
        <a:bodyPr/>
        <a:lstStyle/>
        <a:p>
          <a:endParaRPr lang="en-US"/>
        </a:p>
      </dgm:t>
    </dgm:pt>
    <dgm:pt modelId="{AB08FFAB-1B1F-48B2-862E-68D3948F00FD}" type="sibTrans" cxnId="{11C2F9F8-ABFA-4729-BF34-411E0ADD5F05}">
      <dgm:prSet/>
      <dgm:spPr/>
      <dgm:t>
        <a:bodyPr/>
        <a:lstStyle/>
        <a:p>
          <a:endParaRPr lang="en-US"/>
        </a:p>
      </dgm:t>
    </dgm:pt>
    <dgm:pt modelId="{E6AA2B5F-2BB3-403C-BC51-8FA04836440B}">
      <dgm:prSet/>
      <dgm:spPr/>
      <dgm:t>
        <a:bodyPr/>
        <a:lstStyle/>
        <a:p>
          <a:r>
            <a:rPr lang="pt-BR" b="1" dirty="0"/>
            <a:t>5.</a:t>
          </a:r>
          <a:r>
            <a:rPr lang="pt-BR" dirty="0"/>
            <a:t> 	10.05 _____ </a:t>
          </a:r>
          <a:endParaRPr lang="en-US" dirty="0"/>
        </a:p>
      </dgm:t>
    </dgm:pt>
    <dgm:pt modelId="{70971B8F-6567-43A1-9245-199CA8674FD3}" type="parTrans" cxnId="{0213C37E-E89C-442D-8C56-C7983912D7CC}">
      <dgm:prSet/>
      <dgm:spPr/>
      <dgm:t>
        <a:bodyPr/>
        <a:lstStyle/>
        <a:p>
          <a:endParaRPr lang="en-US"/>
        </a:p>
      </dgm:t>
    </dgm:pt>
    <dgm:pt modelId="{CA0B5AA3-BD66-4E9A-9A93-4229714DDD55}" type="sibTrans" cxnId="{0213C37E-E89C-442D-8C56-C7983912D7CC}">
      <dgm:prSet/>
      <dgm:spPr/>
      <dgm:t>
        <a:bodyPr/>
        <a:lstStyle/>
        <a:p>
          <a:endParaRPr lang="en-US"/>
        </a:p>
      </dgm:t>
    </dgm:pt>
    <dgm:pt modelId="{51BBFD66-FAC1-45B6-8435-025AC50E245D}">
      <dgm:prSet/>
      <dgm:spPr/>
      <dgm:t>
        <a:bodyPr/>
        <a:lstStyle/>
        <a:p>
          <a:r>
            <a:rPr lang="pt-BR" b="1" dirty="0"/>
            <a:t>6.</a:t>
          </a:r>
          <a:r>
            <a:rPr lang="pt-BR" dirty="0"/>
            <a:t> 	10.50 _____ </a:t>
          </a:r>
          <a:endParaRPr lang="en-US" dirty="0"/>
        </a:p>
      </dgm:t>
    </dgm:pt>
    <dgm:pt modelId="{E5F31AD8-842A-4CA7-AA61-9DFBDA0468B9}" type="parTrans" cxnId="{5FE77A56-346C-41D6-9C43-CBAA93E67495}">
      <dgm:prSet/>
      <dgm:spPr/>
      <dgm:t>
        <a:bodyPr/>
        <a:lstStyle/>
        <a:p>
          <a:endParaRPr lang="en-US"/>
        </a:p>
      </dgm:t>
    </dgm:pt>
    <dgm:pt modelId="{8E519FFD-155F-40D3-9FF2-3855C46E7D2C}" type="sibTrans" cxnId="{5FE77A56-346C-41D6-9C43-CBAA93E67495}">
      <dgm:prSet/>
      <dgm:spPr/>
      <dgm:t>
        <a:bodyPr/>
        <a:lstStyle/>
        <a:p>
          <a:endParaRPr lang="en-US"/>
        </a:p>
      </dgm:t>
    </dgm:pt>
    <dgm:pt modelId="{0752EE77-0310-459B-BD61-9815FA170001}">
      <dgm:prSet/>
      <dgm:spPr/>
      <dgm:t>
        <a:bodyPr/>
        <a:lstStyle/>
        <a:p>
          <a:r>
            <a:rPr lang="pt-BR" b="1" dirty="0"/>
            <a:t>7.</a:t>
          </a:r>
          <a:r>
            <a:rPr lang="pt-BR" dirty="0"/>
            <a:t> 	11.40 _____ </a:t>
          </a:r>
          <a:endParaRPr lang="en-US" dirty="0"/>
        </a:p>
      </dgm:t>
    </dgm:pt>
    <dgm:pt modelId="{B0F46055-FFD9-4467-9C7C-5EFA7420D412}" type="parTrans" cxnId="{5F33432D-9A50-48C9-9A53-AC5793C4D428}">
      <dgm:prSet/>
      <dgm:spPr/>
      <dgm:t>
        <a:bodyPr/>
        <a:lstStyle/>
        <a:p>
          <a:endParaRPr lang="en-US"/>
        </a:p>
      </dgm:t>
    </dgm:pt>
    <dgm:pt modelId="{9B26BF83-1402-4BB8-9B72-ED09EB226393}" type="sibTrans" cxnId="{5F33432D-9A50-48C9-9A53-AC5793C4D428}">
      <dgm:prSet/>
      <dgm:spPr/>
      <dgm:t>
        <a:bodyPr/>
        <a:lstStyle/>
        <a:p>
          <a:endParaRPr lang="en-US"/>
        </a:p>
      </dgm:t>
    </dgm:pt>
    <dgm:pt modelId="{1A6E84FD-7541-446F-9F35-8E2ED3250851}">
      <dgm:prSet/>
      <dgm:spPr/>
      <dgm:t>
        <a:bodyPr/>
        <a:lstStyle/>
        <a:p>
          <a:r>
            <a:rPr lang="en-US" b="1" dirty="0"/>
            <a:t>8.</a:t>
          </a:r>
          <a:r>
            <a:rPr lang="en-US" dirty="0"/>
            <a:t> 	4.25 _____ </a:t>
          </a:r>
        </a:p>
      </dgm:t>
    </dgm:pt>
    <dgm:pt modelId="{3B689B44-3E1D-4E0E-A9F5-2BBB397D13C7}" type="parTrans" cxnId="{304181A7-4F51-4D50-9447-9DBE2DA55FEA}">
      <dgm:prSet/>
      <dgm:spPr/>
      <dgm:t>
        <a:bodyPr/>
        <a:lstStyle/>
        <a:p>
          <a:endParaRPr lang="en-US"/>
        </a:p>
      </dgm:t>
    </dgm:pt>
    <dgm:pt modelId="{E7C82477-7E3B-4F93-B75C-653A221AB91F}" type="sibTrans" cxnId="{304181A7-4F51-4D50-9447-9DBE2DA55FEA}">
      <dgm:prSet/>
      <dgm:spPr/>
      <dgm:t>
        <a:bodyPr/>
        <a:lstStyle/>
        <a:p>
          <a:endParaRPr lang="en-US"/>
        </a:p>
      </dgm:t>
    </dgm:pt>
    <dgm:pt modelId="{F9F4A436-0BCB-0D48-AC41-4F298DDF1E2D}" type="pres">
      <dgm:prSet presAssocID="{499BCC9B-A584-403E-84F6-F57D32E14929}" presName="Name0" presStyleCnt="0">
        <dgm:presLayoutVars>
          <dgm:dir/>
          <dgm:resizeHandles val="exact"/>
        </dgm:presLayoutVars>
      </dgm:prSet>
      <dgm:spPr/>
    </dgm:pt>
    <dgm:pt modelId="{CB2921DE-4AA9-E54B-B2F5-08647F49D340}" type="pres">
      <dgm:prSet presAssocID="{8243C7C7-A184-41DD-B46E-C28CD9A4CEAF}" presName="node" presStyleLbl="node1" presStyleIdx="0" presStyleCnt="8">
        <dgm:presLayoutVars>
          <dgm:bulletEnabled val="1"/>
        </dgm:presLayoutVars>
      </dgm:prSet>
      <dgm:spPr/>
    </dgm:pt>
    <dgm:pt modelId="{E673C8A7-AC6B-2840-8E76-97E70A9033E1}" type="pres">
      <dgm:prSet presAssocID="{F3DDF432-31BC-42FC-A309-1F4E85570A9B}" presName="sibTrans" presStyleLbl="sibTrans1D1" presStyleIdx="0" presStyleCnt="7"/>
      <dgm:spPr/>
    </dgm:pt>
    <dgm:pt modelId="{7A6A0A54-867E-7B45-96EE-C97DF27E92AC}" type="pres">
      <dgm:prSet presAssocID="{F3DDF432-31BC-42FC-A309-1F4E85570A9B}" presName="connectorText" presStyleLbl="sibTrans1D1" presStyleIdx="0" presStyleCnt="7"/>
      <dgm:spPr/>
    </dgm:pt>
    <dgm:pt modelId="{815570B5-8B8D-7943-BF21-8EB88AF1B41E}" type="pres">
      <dgm:prSet presAssocID="{35212B62-4BE3-4CEC-A713-8B9E66E0A91C}" presName="node" presStyleLbl="node1" presStyleIdx="1" presStyleCnt="8">
        <dgm:presLayoutVars>
          <dgm:bulletEnabled val="1"/>
        </dgm:presLayoutVars>
      </dgm:prSet>
      <dgm:spPr/>
    </dgm:pt>
    <dgm:pt modelId="{6D910E9F-D8ED-7F4F-822C-CE5773BDAEC8}" type="pres">
      <dgm:prSet presAssocID="{55702A20-D97D-4289-BC74-C005C76D2362}" presName="sibTrans" presStyleLbl="sibTrans1D1" presStyleIdx="1" presStyleCnt="7"/>
      <dgm:spPr/>
    </dgm:pt>
    <dgm:pt modelId="{81086E06-B7C9-FC40-8B57-F51D551708B7}" type="pres">
      <dgm:prSet presAssocID="{55702A20-D97D-4289-BC74-C005C76D2362}" presName="connectorText" presStyleLbl="sibTrans1D1" presStyleIdx="1" presStyleCnt="7"/>
      <dgm:spPr/>
    </dgm:pt>
    <dgm:pt modelId="{349F536B-DD17-B047-8038-2D1FEF0918CF}" type="pres">
      <dgm:prSet presAssocID="{47E00B0D-FB95-4F82-B41A-2B6AEA663E5A}" presName="node" presStyleLbl="node1" presStyleIdx="2" presStyleCnt="8">
        <dgm:presLayoutVars>
          <dgm:bulletEnabled val="1"/>
        </dgm:presLayoutVars>
      </dgm:prSet>
      <dgm:spPr/>
    </dgm:pt>
    <dgm:pt modelId="{6CB03A44-2CCB-5C48-AC7F-0B3A0A872E14}" type="pres">
      <dgm:prSet presAssocID="{4D3F8DC9-746E-4579-AF43-D338FA7DDAFF}" presName="sibTrans" presStyleLbl="sibTrans1D1" presStyleIdx="2" presStyleCnt="7"/>
      <dgm:spPr/>
    </dgm:pt>
    <dgm:pt modelId="{A3744BD7-8E80-FB40-BA65-070ED5983235}" type="pres">
      <dgm:prSet presAssocID="{4D3F8DC9-746E-4579-AF43-D338FA7DDAFF}" presName="connectorText" presStyleLbl="sibTrans1D1" presStyleIdx="2" presStyleCnt="7"/>
      <dgm:spPr/>
    </dgm:pt>
    <dgm:pt modelId="{378159D6-B729-A942-ADA5-D7A94FE63841}" type="pres">
      <dgm:prSet presAssocID="{4C2E5206-07AA-4FAC-8A49-AA0C6DEFD941}" presName="node" presStyleLbl="node1" presStyleIdx="3" presStyleCnt="8">
        <dgm:presLayoutVars>
          <dgm:bulletEnabled val="1"/>
        </dgm:presLayoutVars>
      </dgm:prSet>
      <dgm:spPr/>
    </dgm:pt>
    <dgm:pt modelId="{2E6A38AA-69BF-B145-AEC1-23D8AEEE4145}" type="pres">
      <dgm:prSet presAssocID="{AB08FFAB-1B1F-48B2-862E-68D3948F00FD}" presName="sibTrans" presStyleLbl="sibTrans1D1" presStyleIdx="3" presStyleCnt="7"/>
      <dgm:spPr/>
    </dgm:pt>
    <dgm:pt modelId="{B38DB8A4-A43B-5F4C-888E-ACFD3783C03A}" type="pres">
      <dgm:prSet presAssocID="{AB08FFAB-1B1F-48B2-862E-68D3948F00FD}" presName="connectorText" presStyleLbl="sibTrans1D1" presStyleIdx="3" presStyleCnt="7"/>
      <dgm:spPr/>
    </dgm:pt>
    <dgm:pt modelId="{D9B680B2-810A-0946-A598-437848BFA86D}" type="pres">
      <dgm:prSet presAssocID="{E6AA2B5F-2BB3-403C-BC51-8FA04836440B}" presName="node" presStyleLbl="node1" presStyleIdx="4" presStyleCnt="8">
        <dgm:presLayoutVars>
          <dgm:bulletEnabled val="1"/>
        </dgm:presLayoutVars>
      </dgm:prSet>
      <dgm:spPr/>
    </dgm:pt>
    <dgm:pt modelId="{FAB6966B-A624-6B4A-8ADA-6E53DA6536D2}" type="pres">
      <dgm:prSet presAssocID="{CA0B5AA3-BD66-4E9A-9A93-4229714DDD55}" presName="sibTrans" presStyleLbl="sibTrans1D1" presStyleIdx="4" presStyleCnt="7"/>
      <dgm:spPr/>
    </dgm:pt>
    <dgm:pt modelId="{3197DB83-B91F-5740-B75A-6AF9567DE5F9}" type="pres">
      <dgm:prSet presAssocID="{CA0B5AA3-BD66-4E9A-9A93-4229714DDD55}" presName="connectorText" presStyleLbl="sibTrans1D1" presStyleIdx="4" presStyleCnt="7"/>
      <dgm:spPr/>
    </dgm:pt>
    <dgm:pt modelId="{3378692C-DC51-0640-8A6A-452886762C34}" type="pres">
      <dgm:prSet presAssocID="{51BBFD66-FAC1-45B6-8435-025AC50E245D}" presName="node" presStyleLbl="node1" presStyleIdx="5" presStyleCnt="8">
        <dgm:presLayoutVars>
          <dgm:bulletEnabled val="1"/>
        </dgm:presLayoutVars>
      </dgm:prSet>
      <dgm:spPr/>
    </dgm:pt>
    <dgm:pt modelId="{B6D9C2D2-D3A8-7742-AE2A-83DDC0AEB265}" type="pres">
      <dgm:prSet presAssocID="{8E519FFD-155F-40D3-9FF2-3855C46E7D2C}" presName="sibTrans" presStyleLbl="sibTrans1D1" presStyleIdx="5" presStyleCnt="7"/>
      <dgm:spPr/>
    </dgm:pt>
    <dgm:pt modelId="{9F2A6BFF-C10C-044A-AFAD-23C90A74A11E}" type="pres">
      <dgm:prSet presAssocID="{8E519FFD-155F-40D3-9FF2-3855C46E7D2C}" presName="connectorText" presStyleLbl="sibTrans1D1" presStyleIdx="5" presStyleCnt="7"/>
      <dgm:spPr/>
    </dgm:pt>
    <dgm:pt modelId="{9F3BFF25-DF34-E64B-B4F7-498B015350A8}" type="pres">
      <dgm:prSet presAssocID="{0752EE77-0310-459B-BD61-9815FA170001}" presName="node" presStyleLbl="node1" presStyleIdx="6" presStyleCnt="8">
        <dgm:presLayoutVars>
          <dgm:bulletEnabled val="1"/>
        </dgm:presLayoutVars>
      </dgm:prSet>
      <dgm:spPr/>
    </dgm:pt>
    <dgm:pt modelId="{E5963B0F-FC2A-4B43-9543-674680F367A2}" type="pres">
      <dgm:prSet presAssocID="{9B26BF83-1402-4BB8-9B72-ED09EB226393}" presName="sibTrans" presStyleLbl="sibTrans1D1" presStyleIdx="6" presStyleCnt="7"/>
      <dgm:spPr/>
    </dgm:pt>
    <dgm:pt modelId="{5A9BEFF6-50F7-9C41-A59D-3A46ECE24662}" type="pres">
      <dgm:prSet presAssocID="{9B26BF83-1402-4BB8-9B72-ED09EB226393}" presName="connectorText" presStyleLbl="sibTrans1D1" presStyleIdx="6" presStyleCnt="7"/>
      <dgm:spPr/>
    </dgm:pt>
    <dgm:pt modelId="{3E47AE88-DAEC-1448-BBE0-43C72C5A46A1}" type="pres">
      <dgm:prSet presAssocID="{1A6E84FD-7541-446F-9F35-8E2ED3250851}" presName="node" presStyleLbl="node1" presStyleIdx="7" presStyleCnt="8">
        <dgm:presLayoutVars>
          <dgm:bulletEnabled val="1"/>
        </dgm:presLayoutVars>
      </dgm:prSet>
      <dgm:spPr/>
    </dgm:pt>
  </dgm:ptLst>
  <dgm:cxnLst>
    <dgm:cxn modelId="{94C79C04-EAD7-5D4E-99ED-150593A6CB1F}" type="presOf" srcId="{F3DDF432-31BC-42FC-A309-1F4E85570A9B}" destId="{7A6A0A54-867E-7B45-96EE-C97DF27E92AC}" srcOrd="1" destOrd="0" presId="urn:microsoft.com/office/officeart/2016/7/layout/RepeatingBendingProcessNew"/>
    <dgm:cxn modelId="{B705B00B-C5CE-CD4C-8DA7-69F4961B55BF}" type="presOf" srcId="{4D3F8DC9-746E-4579-AF43-D338FA7DDAFF}" destId="{6CB03A44-2CCB-5C48-AC7F-0B3A0A872E14}" srcOrd="0" destOrd="0" presId="urn:microsoft.com/office/officeart/2016/7/layout/RepeatingBendingProcessNew"/>
    <dgm:cxn modelId="{24F8420C-DDE2-6B42-9C84-814D0F5C1624}" type="presOf" srcId="{AB08FFAB-1B1F-48B2-862E-68D3948F00FD}" destId="{2E6A38AA-69BF-B145-AEC1-23D8AEEE4145}" srcOrd="0" destOrd="0" presId="urn:microsoft.com/office/officeart/2016/7/layout/RepeatingBendingProcessNew"/>
    <dgm:cxn modelId="{DC488A0C-1B21-D848-B38E-880525BE2630}" type="presOf" srcId="{499BCC9B-A584-403E-84F6-F57D32E14929}" destId="{F9F4A436-0BCB-0D48-AC41-4F298DDF1E2D}" srcOrd="0" destOrd="0" presId="urn:microsoft.com/office/officeart/2016/7/layout/RepeatingBendingProcessNew"/>
    <dgm:cxn modelId="{E8DB510F-8585-0448-9AD3-9BAFF525946D}" type="presOf" srcId="{35212B62-4BE3-4CEC-A713-8B9E66E0A91C}" destId="{815570B5-8B8D-7943-BF21-8EB88AF1B41E}" srcOrd="0" destOrd="0" presId="urn:microsoft.com/office/officeart/2016/7/layout/RepeatingBendingProcessNew"/>
    <dgm:cxn modelId="{F9A81210-244F-6B43-B78A-728CDB20329E}" type="presOf" srcId="{CA0B5AA3-BD66-4E9A-9A93-4229714DDD55}" destId="{FAB6966B-A624-6B4A-8ADA-6E53DA6536D2}" srcOrd="0" destOrd="0" presId="urn:microsoft.com/office/officeart/2016/7/layout/RepeatingBendingProcessNew"/>
    <dgm:cxn modelId="{28933F29-C6A5-1640-8CA3-8545B8210338}" type="presOf" srcId="{F3DDF432-31BC-42FC-A309-1F4E85570A9B}" destId="{E673C8A7-AC6B-2840-8E76-97E70A9033E1}" srcOrd="0" destOrd="0" presId="urn:microsoft.com/office/officeart/2016/7/layout/RepeatingBendingProcessNew"/>
    <dgm:cxn modelId="{5D6C4E2A-7FA1-4C76-A8E2-D1D303E89926}" srcId="{499BCC9B-A584-403E-84F6-F57D32E14929}" destId="{8243C7C7-A184-41DD-B46E-C28CD9A4CEAF}" srcOrd="0" destOrd="0" parTransId="{20ED880B-18C4-4F64-A588-C21AD7173CB1}" sibTransId="{F3DDF432-31BC-42FC-A309-1F4E85570A9B}"/>
    <dgm:cxn modelId="{0A7AC12A-F150-1A4B-9FDB-17B4CA27EDF5}" type="presOf" srcId="{4D3F8DC9-746E-4579-AF43-D338FA7DDAFF}" destId="{A3744BD7-8E80-FB40-BA65-070ED5983235}" srcOrd="1" destOrd="0" presId="urn:microsoft.com/office/officeart/2016/7/layout/RepeatingBendingProcessNew"/>
    <dgm:cxn modelId="{5F33432D-9A50-48C9-9A53-AC5793C4D428}" srcId="{499BCC9B-A584-403E-84F6-F57D32E14929}" destId="{0752EE77-0310-459B-BD61-9815FA170001}" srcOrd="6" destOrd="0" parTransId="{B0F46055-FFD9-4467-9C7C-5EFA7420D412}" sibTransId="{9B26BF83-1402-4BB8-9B72-ED09EB226393}"/>
    <dgm:cxn modelId="{1DF2A02E-189D-044B-9E05-820A0C7AE0B8}" type="presOf" srcId="{8E519FFD-155F-40D3-9FF2-3855C46E7D2C}" destId="{9F2A6BFF-C10C-044A-AFAD-23C90A74A11E}" srcOrd="1" destOrd="0" presId="urn:microsoft.com/office/officeart/2016/7/layout/RepeatingBendingProcessNew"/>
    <dgm:cxn modelId="{FC448F3F-019F-6D40-8539-D781AB8414BD}" type="presOf" srcId="{4C2E5206-07AA-4FAC-8A49-AA0C6DEFD941}" destId="{378159D6-B729-A942-ADA5-D7A94FE63841}" srcOrd="0" destOrd="0" presId="urn:microsoft.com/office/officeart/2016/7/layout/RepeatingBendingProcessNew"/>
    <dgm:cxn modelId="{B351EC60-5362-2342-B500-FD207D317E29}" type="presOf" srcId="{47E00B0D-FB95-4F82-B41A-2B6AEA663E5A}" destId="{349F536B-DD17-B047-8038-2D1FEF0918CF}" srcOrd="0" destOrd="0" presId="urn:microsoft.com/office/officeart/2016/7/layout/RepeatingBendingProcessNew"/>
    <dgm:cxn modelId="{97460869-397A-2B49-8C7E-635E1CDE7715}" type="presOf" srcId="{9B26BF83-1402-4BB8-9B72-ED09EB226393}" destId="{E5963B0F-FC2A-4B43-9543-674680F367A2}" srcOrd="0" destOrd="0" presId="urn:microsoft.com/office/officeart/2016/7/layout/RepeatingBendingProcessNew"/>
    <dgm:cxn modelId="{AE7E676A-62AB-874C-8275-4AD109D7D24B}" type="presOf" srcId="{0752EE77-0310-459B-BD61-9815FA170001}" destId="{9F3BFF25-DF34-E64B-B4F7-498B015350A8}" srcOrd="0" destOrd="0" presId="urn:microsoft.com/office/officeart/2016/7/layout/RepeatingBendingProcessNew"/>
    <dgm:cxn modelId="{FFEA3A4B-8752-D341-9DE8-2383014DB609}" type="presOf" srcId="{55702A20-D97D-4289-BC74-C005C76D2362}" destId="{81086E06-B7C9-FC40-8B57-F51D551708B7}" srcOrd="1" destOrd="0" presId="urn:microsoft.com/office/officeart/2016/7/layout/RepeatingBendingProcessNew"/>
    <dgm:cxn modelId="{D4EDE850-EE08-B446-947B-D0BFED5E5A14}" type="presOf" srcId="{CA0B5AA3-BD66-4E9A-9A93-4229714DDD55}" destId="{3197DB83-B91F-5740-B75A-6AF9567DE5F9}" srcOrd="1" destOrd="0" presId="urn:microsoft.com/office/officeart/2016/7/layout/RepeatingBendingProcessNew"/>
    <dgm:cxn modelId="{3407EF51-ED87-9D45-ABB2-808591CE8195}" type="presOf" srcId="{8E519FFD-155F-40D3-9FF2-3855C46E7D2C}" destId="{B6D9C2D2-D3A8-7742-AE2A-83DDC0AEB265}" srcOrd="0" destOrd="0" presId="urn:microsoft.com/office/officeart/2016/7/layout/RepeatingBendingProcessNew"/>
    <dgm:cxn modelId="{82E87475-7001-5248-9E23-38B7DE048CD3}" type="presOf" srcId="{1A6E84FD-7541-446F-9F35-8E2ED3250851}" destId="{3E47AE88-DAEC-1448-BBE0-43C72C5A46A1}" srcOrd="0" destOrd="0" presId="urn:microsoft.com/office/officeart/2016/7/layout/RepeatingBendingProcessNew"/>
    <dgm:cxn modelId="{2AB90276-6D24-4F4E-8EEE-014F9D3DF988}" srcId="{499BCC9B-A584-403E-84F6-F57D32E14929}" destId="{35212B62-4BE3-4CEC-A713-8B9E66E0A91C}" srcOrd="1" destOrd="0" parTransId="{A08B0EBE-6FE3-4AC8-B2AC-1DEBEC11AA42}" sibTransId="{55702A20-D97D-4289-BC74-C005C76D2362}"/>
    <dgm:cxn modelId="{38D07456-B0AA-4D59-AA50-FE9AFF22B2B7}" srcId="{499BCC9B-A584-403E-84F6-F57D32E14929}" destId="{47E00B0D-FB95-4F82-B41A-2B6AEA663E5A}" srcOrd="2" destOrd="0" parTransId="{B01DAF25-50F8-4E35-90B2-06D41FA41054}" sibTransId="{4D3F8DC9-746E-4579-AF43-D338FA7DDAFF}"/>
    <dgm:cxn modelId="{5FE77A56-346C-41D6-9C43-CBAA93E67495}" srcId="{499BCC9B-A584-403E-84F6-F57D32E14929}" destId="{51BBFD66-FAC1-45B6-8435-025AC50E245D}" srcOrd="5" destOrd="0" parTransId="{E5F31AD8-842A-4CA7-AA61-9DFBDA0468B9}" sibTransId="{8E519FFD-155F-40D3-9FF2-3855C46E7D2C}"/>
    <dgm:cxn modelId="{0213C37E-E89C-442D-8C56-C7983912D7CC}" srcId="{499BCC9B-A584-403E-84F6-F57D32E14929}" destId="{E6AA2B5F-2BB3-403C-BC51-8FA04836440B}" srcOrd="4" destOrd="0" parTransId="{70971B8F-6567-43A1-9245-199CA8674FD3}" sibTransId="{CA0B5AA3-BD66-4E9A-9A93-4229714DDD55}"/>
    <dgm:cxn modelId="{E840388C-C0A6-7647-8EB2-B4D518063B2B}" type="presOf" srcId="{51BBFD66-FAC1-45B6-8435-025AC50E245D}" destId="{3378692C-DC51-0640-8A6A-452886762C34}" srcOrd="0" destOrd="0" presId="urn:microsoft.com/office/officeart/2016/7/layout/RepeatingBendingProcessNew"/>
    <dgm:cxn modelId="{D08338A4-DF2D-C145-A1BD-AD14404777DD}" type="presOf" srcId="{8243C7C7-A184-41DD-B46E-C28CD9A4CEAF}" destId="{CB2921DE-4AA9-E54B-B2F5-08647F49D340}" srcOrd="0" destOrd="0" presId="urn:microsoft.com/office/officeart/2016/7/layout/RepeatingBendingProcessNew"/>
    <dgm:cxn modelId="{304181A7-4F51-4D50-9447-9DBE2DA55FEA}" srcId="{499BCC9B-A584-403E-84F6-F57D32E14929}" destId="{1A6E84FD-7541-446F-9F35-8E2ED3250851}" srcOrd="7" destOrd="0" parTransId="{3B689B44-3E1D-4E0E-A9F5-2BBB397D13C7}" sibTransId="{E7C82477-7E3B-4F93-B75C-653A221AB91F}"/>
    <dgm:cxn modelId="{CA292EA9-AB9D-F740-A47B-7CDD43AEB699}" type="presOf" srcId="{AB08FFAB-1B1F-48B2-862E-68D3948F00FD}" destId="{B38DB8A4-A43B-5F4C-888E-ACFD3783C03A}" srcOrd="1" destOrd="0" presId="urn:microsoft.com/office/officeart/2016/7/layout/RepeatingBendingProcessNew"/>
    <dgm:cxn modelId="{9B406ECB-66B5-6148-B9A3-FD0F7125E489}" type="presOf" srcId="{55702A20-D97D-4289-BC74-C005C76D2362}" destId="{6D910E9F-D8ED-7F4F-822C-CE5773BDAEC8}" srcOrd="0" destOrd="0" presId="urn:microsoft.com/office/officeart/2016/7/layout/RepeatingBendingProcessNew"/>
    <dgm:cxn modelId="{D3B408F3-DBE4-CD4F-AD5E-DD929209C8E9}" type="presOf" srcId="{9B26BF83-1402-4BB8-9B72-ED09EB226393}" destId="{5A9BEFF6-50F7-9C41-A59D-3A46ECE24662}" srcOrd="1" destOrd="0" presId="urn:microsoft.com/office/officeart/2016/7/layout/RepeatingBendingProcessNew"/>
    <dgm:cxn modelId="{11C2F9F8-ABFA-4729-BF34-411E0ADD5F05}" srcId="{499BCC9B-A584-403E-84F6-F57D32E14929}" destId="{4C2E5206-07AA-4FAC-8A49-AA0C6DEFD941}" srcOrd="3" destOrd="0" parTransId="{E7BD7FCA-C3A3-4DEE-B549-795D170DD77E}" sibTransId="{AB08FFAB-1B1F-48B2-862E-68D3948F00FD}"/>
    <dgm:cxn modelId="{22AC73FC-BCEB-C449-BF48-D75397423D95}" type="presOf" srcId="{E6AA2B5F-2BB3-403C-BC51-8FA04836440B}" destId="{D9B680B2-810A-0946-A598-437848BFA86D}" srcOrd="0" destOrd="0" presId="urn:microsoft.com/office/officeart/2016/7/layout/RepeatingBendingProcessNew"/>
    <dgm:cxn modelId="{3F04FB6F-8587-C14D-BFCB-C86DDBD0F700}" type="presParOf" srcId="{F9F4A436-0BCB-0D48-AC41-4F298DDF1E2D}" destId="{CB2921DE-4AA9-E54B-B2F5-08647F49D340}" srcOrd="0" destOrd="0" presId="urn:microsoft.com/office/officeart/2016/7/layout/RepeatingBendingProcessNew"/>
    <dgm:cxn modelId="{F1F598AB-3CDE-004F-819C-60BB68F97277}" type="presParOf" srcId="{F9F4A436-0BCB-0D48-AC41-4F298DDF1E2D}" destId="{E673C8A7-AC6B-2840-8E76-97E70A9033E1}" srcOrd="1" destOrd="0" presId="urn:microsoft.com/office/officeart/2016/7/layout/RepeatingBendingProcessNew"/>
    <dgm:cxn modelId="{376451EA-5D0D-4847-9ECB-0E95291AC3EB}" type="presParOf" srcId="{E673C8A7-AC6B-2840-8E76-97E70A9033E1}" destId="{7A6A0A54-867E-7B45-96EE-C97DF27E92AC}" srcOrd="0" destOrd="0" presId="urn:microsoft.com/office/officeart/2016/7/layout/RepeatingBendingProcessNew"/>
    <dgm:cxn modelId="{3A7AF61F-EAB1-044C-89F2-26D9C2A4F171}" type="presParOf" srcId="{F9F4A436-0BCB-0D48-AC41-4F298DDF1E2D}" destId="{815570B5-8B8D-7943-BF21-8EB88AF1B41E}" srcOrd="2" destOrd="0" presId="urn:microsoft.com/office/officeart/2016/7/layout/RepeatingBendingProcessNew"/>
    <dgm:cxn modelId="{EEB830B3-FE52-A94B-99EF-92CA88D840B6}" type="presParOf" srcId="{F9F4A436-0BCB-0D48-AC41-4F298DDF1E2D}" destId="{6D910E9F-D8ED-7F4F-822C-CE5773BDAEC8}" srcOrd="3" destOrd="0" presId="urn:microsoft.com/office/officeart/2016/7/layout/RepeatingBendingProcessNew"/>
    <dgm:cxn modelId="{1E3E92E2-CBDB-3A4E-B829-2D234D1E1D10}" type="presParOf" srcId="{6D910E9F-D8ED-7F4F-822C-CE5773BDAEC8}" destId="{81086E06-B7C9-FC40-8B57-F51D551708B7}" srcOrd="0" destOrd="0" presId="urn:microsoft.com/office/officeart/2016/7/layout/RepeatingBendingProcessNew"/>
    <dgm:cxn modelId="{6F9F8D46-857A-E844-88FB-BAB904093FDA}" type="presParOf" srcId="{F9F4A436-0BCB-0D48-AC41-4F298DDF1E2D}" destId="{349F536B-DD17-B047-8038-2D1FEF0918CF}" srcOrd="4" destOrd="0" presId="urn:microsoft.com/office/officeart/2016/7/layout/RepeatingBendingProcessNew"/>
    <dgm:cxn modelId="{2D48D1B2-1FDF-184A-B799-C3ABDC5757B2}" type="presParOf" srcId="{F9F4A436-0BCB-0D48-AC41-4F298DDF1E2D}" destId="{6CB03A44-2CCB-5C48-AC7F-0B3A0A872E14}" srcOrd="5" destOrd="0" presId="urn:microsoft.com/office/officeart/2016/7/layout/RepeatingBendingProcessNew"/>
    <dgm:cxn modelId="{22E68C60-7B6F-6641-AD18-3C4F2C3E9AE3}" type="presParOf" srcId="{6CB03A44-2CCB-5C48-AC7F-0B3A0A872E14}" destId="{A3744BD7-8E80-FB40-BA65-070ED5983235}" srcOrd="0" destOrd="0" presId="urn:microsoft.com/office/officeart/2016/7/layout/RepeatingBendingProcessNew"/>
    <dgm:cxn modelId="{2E270BF1-B8E9-E142-97AB-A15ADE068A57}" type="presParOf" srcId="{F9F4A436-0BCB-0D48-AC41-4F298DDF1E2D}" destId="{378159D6-B729-A942-ADA5-D7A94FE63841}" srcOrd="6" destOrd="0" presId="urn:microsoft.com/office/officeart/2016/7/layout/RepeatingBendingProcessNew"/>
    <dgm:cxn modelId="{89F9FB77-0AFB-844E-AD3A-0372B9FD1720}" type="presParOf" srcId="{F9F4A436-0BCB-0D48-AC41-4F298DDF1E2D}" destId="{2E6A38AA-69BF-B145-AEC1-23D8AEEE4145}" srcOrd="7" destOrd="0" presId="urn:microsoft.com/office/officeart/2016/7/layout/RepeatingBendingProcessNew"/>
    <dgm:cxn modelId="{2A98AF83-D604-2C4A-99E6-0F8A827C8CAA}" type="presParOf" srcId="{2E6A38AA-69BF-B145-AEC1-23D8AEEE4145}" destId="{B38DB8A4-A43B-5F4C-888E-ACFD3783C03A}" srcOrd="0" destOrd="0" presId="urn:microsoft.com/office/officeart/2016/7/layout/RepeatingBendingProcessNew"/>
    <dgm:cxn modelId="{5B54C688-AAB9-874A-8781-45C81685C0CC}" type="presParOf" srcId="{F9F4A436-0BCB-0D48-AC41-4F298DDF1E2D}" destId="{D9B680B2-810A-0946-A598-437848BFA86D}" srcOrd="8" destOrd="0" presId="urn:microsoft.com/office/officeart/2016/7/layout/RepeatingBendingProcessNew"/>
    <dgm:cxn modelId="{BBD7069C-5907-C84B-9A28-51ED61C86C08}" type="presParOf" srcId="{F9F4A436-0BCB-0D48-AC41-4F298DDF1E2D}" destId="{FAB6966B-A624-6B4A-8ADA-6E53DA6536D2}" srcOrd="9" destOrd="0" presId="urn:microsoft.com/office/officeart/2016/7/layout/RepeatingBendingProcessNew"/>
    <dgm:cxn modelId="{B9293105-FCC1-7341-8A3D-9FDF3765EF87}" type="presParOf" srcId="{FAB6966B-A624-6B4A-8ADA-6E53DA6536D2}" destId="{3197DB83-B91F-5740-B75A-6AF9567DE5F9}" srcOrd="0" destOrd="0" presId="urn:microsoft.com/office/officeart/2016/7/layout/RepeatingBendingProcessNew"/>
    <dgm:cxn modelId="{08CB30B8-0DFD-E544-A353-B609D39E2B9B}" type="presParOf" srcId="{F9F4A436-0BCB-0D48-AC41-4F298DDF1E2D}" destId="{3378692C-DC51-0640-8A6A-452886762C34}" srcOrd="10" destOrd="0" presId="urn:microsoft.com/office/officeart/2016/7/layout/RepeatingBendingProcessNew"/>
    <dgm:cxn modelId="{1F308B09-F273-9A49-BC95-57DEE2467DF1}" type="presParOf" srcId="{F9F4A436-0BCB-0D48-AC41-4F298DDF1E2D}" destId="{B6D9C2D2-D3A8-7742-AE2A-83DDC0AEB265}" srcOrd="11" destOrd="0" presId="urn:microsoft.com/office/officeart/2016/7/layout/RepeatingBendingProcessNew"/>
    <dgm:cxn modelId="{B379DF25-E191-9F40-AC49-686658C03415}" type="presParOf" srcId="{B6D9C2D2-D3A8-7742-AE2A-83DDC0AEB265}" destId="{9F2A6BFF-C10C-044A-AFAD-23C90A74A11E}" srcOrd="0" destOrd="0" presId="urn:microsoft.com/office/officeart/2016/7/layout/RepeatingBendingProcessNew"/>
    <dgm:cxn modelId="{66F7DB2B-39F4-0E47-BF33-6BB46D2AF4DF}" type="presParOf" srcId="{F9F4A436-0BCB-0D48-AC41-4F298DDF1E2D}" destId="{9F3BFF25-DF34-E64B-B4F7-498B015350A8}" srcOrd="12" destOrd="0" presId="urn:microsoft.com/office/officeart/2016/7/layout/RepeatingBendingProcessNew"/>
    <dgm:cxn modelId="{A42844EE-514C-1344-84E1-D51BA1C237F3}" type="presParOf" srcId="{F9F4A436-0BCB-0D48-AC41-4F298DDF1E2D}" destId="{E5963B0F-FC2A-4B43-9543-674680F367A2}" srcOrd="13" destOrd="0" presId="urn:microsoft.com/office/officeart/2016/7/layout/RepeatingBendingProcessNew"/>
    <dgm:cxn modelId="{DD3ADC40-98B1-D14D-BDFD-C0A3630C0D6A}" type="presParOf" srcId="{E5963B0F-FC2A-4B43-9543-674680F367A2}" destId="{5A9BEFF6-50F7-9C41-A59D-3A46ECE24662}" srcOrd="0" destOrd="0" presId="urn:microsoft.com/office/officeart/2016/7/layout/RepeatingBendingProcessNew"/>
    <dgm:cxn modelId="{F912124A-E9FB-A645-B5FD-365B58F6EB52}" type="presParOf" srcId="{F9F4A436-0BCB-0D48-AC41-4F298DDF1E2D}" destId="{3E47AE88-DAEC-1448-BBE0-43C72C5A46A1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3C8A7-AC6B-2840-8E76-97E70A9033E1}">
      <dsp:nvSpPr>
        <dsp:cNvPr id="0" name=""/>
        <dsp:cNvSpPr/>
      </dsp:nvSpPr>
      <dsp:spPr>
        <a:xfrm>
          <a:off x="2269784" y="547067"/>
          <a:ext cx="421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156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262" y="590526"/>
        <a:ext cx="22608" cy="4521"/>
      </dsp:txXfrm>
    </dsp:sp>
    <dsp:sp modelId="{CB2921DE-4AA9-E54B-B2F5-08647F49D340}">
      <dsp:nvSpPr>
        <dsp:cNvPr id="0" name=""/>
        <dsp:cNvSpPr/>
      </dsp:nvSpPr>
      <dsp:spPr>
        <a:xfrm>
          <a:off x="305647" y="3006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1.</a:t>
          </a:r>
          <a:r>
            <a:rPr lang="pt-BR" sz="2400" kern="1200" dirty="0"/>
            <a:t> 	6.00 _____ </a:t>
          </a:r>
          <a:endParaRPr lang="en-US" sz="2400" kern="1200" dirty="0"/>
        </a:p>
      </dsp:txBody>
      <dsp:txXfrm>
        <a:off x="305647" y="3006"/>
        <a:ext cx="1965937" cy="1179562"/>
      </dsp:txXfrm>
    </dsp:sp>
    <dsp:sp modelId="{6D910E9F-D8ED-7F4F-822C-CE5773BDAEC8}">
      <dsp:nvSpPr>
        <dsp:cNvPr id="0" name=""/>
        <dsp:cNvSpPr/>
      </dsp:nvSpPr>
      <dsp:spPr>
        <a:xfrm>
          <a:off x="1288615" y="1180768"/>
          <a:ext cx="2418102" cy="421565"/>
        </a:xfrm>
        <a:custGeom>
          <a:avLst/>
          <a:gdLst/>
          <a:ahLst/>
          <a:cxnLst/>
          <a:rect l="0" t="0" r="0" b="0"/>
          <a:pathLst>
            <a:path>
              <a:moveTo>
                <a:pt x="2418102" y="0"/>
              </a:moveTo>
              <a:lnTo>
                <a:pt x="2418102" y="227882"/>
              </a:lnTo>
              <a:lnTo>
                <a:pt x="0" y="227882"/>
              </a:lnTo>
              <a:lnTo>
                <a:pt x="0" y="421565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36166" y="1389290"/>
        <a:ext cx="123000" cy="4521"/>
      </dsp:txXfrm>
    </dsp:sp>
    <dsp:sp modelId="{815570B5-8B8D-7943-BF21-8EB88AF1B41E}">
      <dsp:nvSpPr>
        <dsp:cNvPr id="0" name=""/>
        <dsp:cNvSpPr/>
      </dsp:nvSpPr>
      <dsp:spPr>
        <a:xfrm>
          <a:off x="2723749" y="3006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2.</a:t>
          </a:r>
          <a:r>
            <a:rPr lang="pt-BR" sz="2400" kern="1200" dirty="0"/>
            <a:t> 	8.30 _____ </a:t>
          </a:r>
          <a:endParaRPr lang="en-US" sz="2400" kern="1200" dirty="0"/>
        </a:p>
      </dsp:txBody>
      <dsp:txXfrm>
        <a:off x="2723749" y="3006"/>
        <a:ext cx="1965937" cy="1179562"/>
      </dsp:txXfrm>
    </dsp:sp>
    <dsp:sp modelId="{6CB03A44-2CCB-5C48-AC7F-0B3A0A872E14}">
      <dsp:nvSpPr>
        <dsp:cNvPr id="0" name=""/>
        <dsp:cNvSpPr/>
      </dsp:nvSpPr>
      <dsp:spPr>
        <a:xfrm>
          <a:off x="2269784" y="2178795"/>
          <a:ext cx="421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156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262" y="2222254"/>
        <a:ext cx="22608" cy="4521"/>
      </dsp:txXfrm>
    </dsp:sp>
    <dsp:sp modelId="{349F536B-DD17-B047-8038-2D1FEF0918CF}">
      <dsp:nvSpPr>
        <dsp:cNvPr id="0" name=""/>
        <dsp:cNvSpPr/>
      </dsp:nvSpPr>
      <dsp:spPr>
        <a:xfrm>
          <a:off x="305647" y="1634734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3.</a:t>
          </a:r>
          <a:r>
            <a:rPr lang="pt-BR" sz="2400" kern="1200" dirty="0"/>
            <a:t> 	3.15 _____ </a:t>
          </a:r>
          <a:endParaRPr lang="en-US" sz="2400" kern="1200" dirty="0"/>
        </a:p>
      </dsp:txBody>
      <dsp:txXfrm>
        <a:off x="305647" y="1634734"/>
        <a:ext cx="1965937" cy="1179562"/>
      </dsp:txXfrm>
    </dsp:sp>
    <dsp:sp modelId="{2E6A38AA-69BF-B145-AEC1-23D8AEEE4145}">
      <dsp:nvSpPr>
        <dsp:cNvPr id="0" name=""/>
        <dsp:cNvSpPr/>
      </dsp:nvSpPr>
      <dsp:spPr>
        <a:xfrm>
          <a:off x="1288615" y="2812496"/>
          <a:ext cx="2418102" cy="421565"/>
        </a:xfrm>
        <a:custGeom>
          <a:avLst/>
          <a:gdLst/>
          <a:ahLst/>
          <a:cxnLst/>
          <a:rect l="0" t="0" r="0" b="0"/>
          <a:pathLst>
            <a:path>
              <a:moveTo>
                <a:pt x="2418102" y="0"/>
              </a:moveTo>
              <a:lnTo>
                <a:pt x="2418102" y="227882"/>
              </a:lnTo>
              <a:lnTo>
                <a:pt x="0" y="227882"/>
              </a:lnTo>
              <a:lnTo>
                <a:pt x="0" y="421565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36166" y="3021018"/>
        <a:ext cx="123000" cy="4521"/>
      </dsp:txXfrm>
    </dsp:sp>
    <dsp:sp modelId="{378159D6-B729-A942-ADA5-D7A94FE63841}">
      <dsp:nvSpPr>
        <dsp:cNvPr id="0" name=""/>
        <dsp:cNvSpPr/>
      </dsp:nvSpPr>
      <dsp:spPr>
        <a:xfrm>
          <a:off x="2723749" y="1634734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4.</a:t>
          </a:r>
          <a:r>
            <a:rPr lang="pt-BR" sz="2400" kern="1200" dirty="0"/>
            <a:t> 	2.45 _____ </a:t>
          </a:r>
          <a:endParaRPr lang="en-US" sz="2400" kern="1200" dirty="0"/>
        </a:p>
      </dsp:txBody>
      <dsp:txXfrm>
        <a:off x="2723749" y="1634734"/>
        <a:ext cx="1965937" cy="1179562"/>
      </dsp:txXfrm>
    </dsp:sp>
    <dsp:sp modelId="{FAB6966B-A624-6B4A-8ADA-6E53DA6536D2}">
      <dsp:nvSpPr>
        <dsp:cNvPr id="0" name=""/>
        <dsp:cNvSpPr/>
      </dsp:nvSpPr>
      <dsp:spPr>
        <a:xfrm>
          <a:off x="2269784" y="3810523"/>
          <a:ext cx="421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156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262" y="3853982"/>
        <a:ext cx="22608" cy="4521"/>
      </dsp:txXfrm>
    </dsp:sp>
    <dsp:sp modelId="{D9B680B2-810A-0946-A598-437848BFA86D}">
      <dsp:nvSpPr>
        <dsp:cNvPr id="0" name=""/>
        <dsp:cNvSpPr/>
      </dsp:nvSpPr>
      <dsp:spPr>
        <a:xfrm>
          <a:off x="305647" y="3266462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5.</a:t>
          </a:r>
          <a:r>
            <a:rPr lang="pt-BR" sz="2400" kern="1200" dirty="0"/>
            <a:t> 	10.05 _____ </a:t>
          </a:r>
          <a:endParaRPr lang="en-US" sz="2400" kern="1200" dirty="0"/>
        </a:p>
      </dsp:txBody>
      <dsp:txXfrm>
        <a:off x="305647" y="3266462"/>
        <a:ext cx="1965937" cy="1179562"/>
      </dsp:txXfrm>
    </dsp:sp>
    <dsp:sp modelId="{B6D9C2D2-D3A8-7742-AE2A-83DDC0AEB265}">
      <dsp:nvSpPr>
        <dsp:cNvPr id="0" name=""/>
        <dsp:cNvSpPr/>
      </dsp:nvSpPr>
      <dsp:spPr>
        <a:xfrm>
          <a:off x="1288615" y="4444224"/>
          <a:ext cx="2418102" cy="421565"/>
        </a:xfrm>
        <a:custGeom>
          <a:avLst/>
          <a:gdLst/>
          <a:ahLst/>
          <a:cxnLst/>
          <a:rect l="0" t="0" r="0" b="0"/>
          <a:pathLst>
            <a:path>
              <a:moveTo>
                <a:pt x="2418102" y="0"/>
              </a:moveTo>
              <a:lnTo>
                <a:pt x="2418102" y="227882"/>
              </a:lnTo>
              <a:lnTo>
                <a:pt x="0" y="227882"/>
              </a:lnTo>
              <a:lnTo>
                <a:pt x="0" y="421565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36166" y="4652746"/>
        <a:ext cx="123000" cy="4521"/>
      </dsp:txXfrm>
    </dsp:sp>
    <dsp:sp modelId="{3378692C-DC51-0640-8A6A-452886762C34}">
      <dsp:nvSpPr>
        <dsp:cNvPr id="0" name=""/>
        <dsp:cNvSpPr/>
      </dsp:nvSpPr>
      <dsp:spPr>
        <a:xfrm>
          <a:off x="2723749" y="3266462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6.</a:t>
          </a:r>
          <a:r>
            <a:rPr lang="pt-BR" sz="2400" kern="1200" dirty="0"/>
            <a:t> 	10.50 _____ </a:t>
          </a:r>
          <a:endParaRPr lang="en-US" sz="2400" kern="1200" dirty="0"/>
        </a:p>
      </dsp:txBody>
      <dsp:txXfrm>
        <a:off x="2723749" y="3266462"/>
        <a:ext cx="1965937" cy="1179562"/>
      </dsp:txXfrm>
    </dsp:sp>
    <dsp:sp modelId="{E5963B0F-FC2A-4B43-9543-674680F367A2}">
      <dsp:nvSpPr>
        <dsp:cNvPr id="0" name=""/>
        <dsp:cNvSpPr/>
      </dsp:nvSpPr>
      <dsp:spPr>
        <a:xfrm>
          <a:off x="2269784" y="5442251"/>
          <a:ext cx="421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1565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262" y="5485710"/>
        <a:ext cx="22608" cy="4521"/>
      </dsp:txXfrm>
    </dsp:sp>
    <dsp:sp modelId="{9F3BFF25-DF34-E64B-B4F7-498B015350A8}">
      <dsp:nvSpPr>
        <dsp:cNvPr id="0" name=""/>
        <dsp:cNvSpPr/>
      </dsp:nvSpPr>
      <dsp:spPr>
        <a:xfrm>
          <a:off x="305647" y="4898190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7.</a:t>
          </a:r>
          <a:r>
            <a:rPr lang="pt-BR" sz="2400" kern="1200" dirty="0"/>
            <a:t> 	11.40 _____ </a:t>
          </a:r>
          <a:endParaRPr lang="en-US" sz="2400" kern="1200" dirty="0"/>
        </a:p>
      </dsp:txBody>
      <dsp:txXfrm>
        <a:off x="305647" y="4898190"/>
        <a:ext cx="1965937" cy="1179562"/>
      </dsp:txXfrm>
    </dsp:sp>
    <dsp:sp modelId="{3E47AE88-DAEC-1448-BBE0-43C72C5A46A1}">
      <dsp:nvSpPr>
        <dsp:cNvPr id="0" name=""/>
        <dsp:cNvSpPr/>
      </dsp:nvSpPr>
      <dsp:spPr>
        <a:xfrm>
          <a:off x="2723749" y="4898190"/>
          <a:ext cx="1965937" cy="1179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333" tIns="101118" rIns="96333" bIns="10111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8.</a:t>
          </a:r>
          <a:r>
            <a:rPr lang="en-US" sz="2400" kern="1200" dirty="0"/>
            <a:t> 	4.25 _____ </a:t>
          </a:r>
        </a:p>
      </dsp:txBody>
      <dsp:txXfrm>
        <a:off x="2723749" y="4898190"/>
        <a:ext cx="1965937" cy="1179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yAQfTxGyqI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H2JWJkXY5s?feature=oembed" TargetMode="Externa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ex.org/difference-between-the-prepositions-in-and-on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5" name="Picture 4" descr="Yellow school bus">
            <a:extLst>
              <a:ext uri="{FF2B5EF4-FFF2-40B4-BE49-F238E27FC236}">
                <a16:creationId xmlns:a16="http://schemas.microsoft.com/office/drawing/2014/main" id="{0BBBEB01-6E77-0E88-694A-3951CFC69E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091" t="21262" b="212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EC1A43B-D167-4E96-B7AD-61D3D9225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623E07-B4B3-43D5-AB6E-5FD9A1C11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7"/>
          <a:stretch/>
        </p:blipFill>
        <p:spPr>
          <a:xfrm>
            <a:off x="5147732" y="93132"/>
            <a:ext cx="7044267" cy="6764867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C727912B-C157-4CDB-8486-00E702D36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tx2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9F3B61-0591-2AD8-5188-F11B5B40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6332" y="2032000"/>
            <a:ext cx="5277937" cy="342968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chemeClr val="bg2">
                    <a:lumMod val="75000"/>
                  </a:schemeClr>
                </a:solidFill>
              </a:rPr>
              <a:t>Lesson 4  </a:t>
            </a:r>
            <a:br>
              <a:rPr lang="en-US" sz="54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5400" b="1" dirty="0">
                <a:solidFill>
                  <a:schemeClr val="bg2">
                    <a:lumMod val="75000"/>
                  </a:schemeClr>
                </a:solidFill>
              </a:rPr>
              <a:t>what time is the next bus? </a:t>
            </a:r>
            <a:br>
              <a:rPr lang="en-US" sz="5400" b="1" dirty="0">
                <a:solidFill>
                  <a:schemeClr val="bg2">
                    <a:lumMod val="75000"/>
                  </a:schemeClr>
                </a:solidFill>
              </a:rPr>
            </a:br>
            <a:endParaRPr lang="en-US" sz="5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70014B-F3B0-9B6E-6482-71A4DBED4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333" y="4851399"/>
            <a:ext cx="4513792" cy="9144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4800" cap="all" dirty="0">
                <a:solidFill>
                  <a:schemeClr val="bg2">
                    <a:lumMod val="75000"/>
                  </a:schemeClr>
                </a:solidFill>
              </a:rPr>
              <a:t>English 1</a:t>
            </a:r>
          </a:p>
        </p:txBody>
      </p:sp>
    </p:spTree>
    <p:extLst>
      <p:ext uri="{BB962C8B-B14F-4D97-AF65-F5344CB8AC3E}">
        <p14:creationId xmlns:p14="http://schemas.microsoft.com/office/powerpoint/2010/main" val="376978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77702-F3C4-74CC-EBA2-B9854405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97709"/>
            <a:ext cx="10131425" cy="432486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HOW TO TALK ABOUT THE TIME IN ENGLISH </a:t>
            </a:r>
          </a:p>
        </p:txBody>
      </p:sp>
      <p:pic>
        <p:nvPicPr>
          <p:cNvPr id="7" name="Mídia Online 6" descr="TIME IN ENGLISH | What time is it?">
            <a:hlinkClick r:id="" action="ppaction://media"/>
            <a:extLst>
              <a:ext uri="{FF2B5EF4-FFF2-40B4-BE49-F238E27FC236}">
                <a16:creationId xmlns:a16="http://schemas.microsoft.com/office/drawing/2014/main" id="{AA132623-6566-951F-AF12-DABFC433A2F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85801" y="753762"/>
            <a:ext cx="9834478" cy="5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7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245FE40-FF39-46BE-E2AE-DFFC2511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7641"/>
            <a:ext cx="10131425" cy="36575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400" b="1" dirty="0" err="1"/>
              <a:t>What</a:t>
            </a:r>
            <a:r>
              <a:rPr lang="pt-BR" sz="4400" b="1" dirty="0"/>
              <a:t> time </a:t>
            </a:r>
            <a:r>
              <a:rPr lang="pt-BR" sz="4400" b="1" dirty="0" err="1"/>
              <a:t>is</a:t>
            </a:r>
            <a:r>
              <a:rPr lang="pt-BR" sz="4400" b="1" dirty="0"/>
              <a:t> it? </a:t>
            </a:r>
          </a:p>
        </p:txBody>
      </p:sp>
      <p:pic>
        <p:nvPicPr>
          <p:cNvPr id="6" name="Espaço Reservado para Conteúdo 5" descr="Diagrama&#10;&#10;Descrição gerada automaticamente">
            <a:extLst>
              <a:ext uri="{FF2B5EF4-FFF2-40B4-BE49-F238E27FC236}">
                <a16:creationId xmlns:a16="http://schemas.microsoft.com/office/drawing/2014/main" id="{712227C1-0438-315F-986F-C37711917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701040"/>
            <a:ext cx="11643360" cy="598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89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F66BA-21B1-2836-083C-DCDFDD22C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35927"/>
            <a:ext cx="10820400" cy="51898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b="1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Task 1</a:t>
            </a:r>
            <a:r>
              <a:rPr lang="en-US" b="1" dirty="0">
                <a:solidFill>
                  <a:srgbClr val="004F3D"/>
                </a:solidFill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Watch the video</a:t>
            </a:r>
            <a:r>
              <a:rPr lang="pt-BR" sz="4400" dirty="0">
                <a:effectLst/>
              </a:rPr>
              <a:t> </a:t>
            </a:r>
            <a:endParaRPr lang="pt-BR" sz="7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1850077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Mídia Online 3" descr="Episode 11 - What time is it?">
            <a:hlinkClick r:id="" action="ppaction://media"/>
            <a:extLst>
              <a:ext uri="{FF2B5EF4-FFF2-40B4-BE49-F238E27FC236}">
                <a16:creationId xmlns:a16="http://schemas.microsoft.com/office/drawing/2014/main" id="{9E0BDA80-3894-795E-C3EE-B399C8176ED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59492" y="666060"/>
            <a:ext cx="11672583" cy="606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1AC36-5006-7807-C984-559BD252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51" y="187569"/>
            <a:ext cx="11726563" cy="467339"/>
          </a:xfrm>
          <a:solidFill>
            <a:schemeClr val="bg2"/>
          </a:solidFill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Task 2 Watch the first scene again (0.00–1.30). Write the numbers (not words) to complete the conversation. </a:t>
            </a:r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70F50DF-B775-4065-FA9D-418803CE5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53762"/>
            <a:ext cx="10131425" cy="5916669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393A25D8-BBF8-F35E-30AE-4519B9AB27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51" y="753761"/>
            <a:ext cx="11726563" cy="5916669"/>
          </a:xfrm>
          <a:prstGeom prst="roundRect">
            <a:avLst>
              <a:gd name="adj" fmla="val 4380"/>
            </a:avLst>
          </a:prstGeom>
          <a:solidFill>
            <a:srgbClr val="FFFF00"/>
          </a:solidFill>
          <a:ln w="50800" cap="sq" cmpd="dbl">
            <a:solidFill>
              <a:srgbClr val="FFFF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529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298EA-805B-EF87-5C9E-34AC57F6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259080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ArialMT"/>
                <a:ea typeface="Times New Roman" panose="02020603050405020304" pitchFamily="18" charset="0"/>
              </a:rPr>
              <a:t>Task 3 Match the sentences with the times. </a:t>
            </a:r>
            <a:b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pt-BR" sz="4400" dirty="0"/>
          </a:p>
        </p:txBody>
      </p:sp>
      <p:graphicFrame>
        <p:nvGraphicFramePr>
          <p:cNvPr id="9" name="Espaço Reservado para Conteúdo 3">
            <a:extLst>
              <a:ext uri="{FF2B5EF4-FFF2-40B4-BE49-F238E27FC236}">
                <a16:creationId xmlns:a16="http://schemas.microsoft.com/office/drawing/2014/main" id="{7412FF60-28C2-E331-48A2-CE94FD83B28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90605040"/>
              </p:ext>
            </p:extLst>
          </p:nvPr>
        </p:nvGraphicFramePr>
        <p:xfrm>
          <a:off x="685802" y="609601"/>
          <a:ext cx="4995334" cy="6080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04DBD6E-E505-3D36-CB06-00844EBAE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4" y="609600"/>
            <a:ext cx="5897665" cy="6080759"/>
          </a:xfrm>
          <a:ln>
            <a:solidFill>
              <a:srgbClr val="FFFF00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A.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a quarter past three.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B.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a quarter to three.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C.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five past ten.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D.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twenty-five past four.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E.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half past eight.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F.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six o'clock.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G.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ten to eleven.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ArialMT"/>
                <a:ea typeface="Times New Roman" panose="02020603050405020304" pitchFamily="18" charset="0"/>
              </a:rPr>
              <a:t>H.</a:t>
            </a:r>
            <a:r>
              <a:rPr lang="en-US" sz="3000" dirty="0">
                <a:effectLst/>
                <a:latin typeface="ArialMT"/>
                <a:ea typeface="Times New Roman" panose="02020603050405020304" pitchFamily="18" charset="0"/>
              </a:rPr>
              <a:t> It's twenty to twelve. </a:t>
            </a:r>
            <a:endParaRPr lang="pt-BR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55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3389374-8725-E09B-C2E1-E85D0EA7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65760"/>
            <a:ext cx="10131425" cy="457200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effectLst/>
                <a:latin typeface="ArialMT"/>
                <a:ea typeface="Times New Roman" panose="02020603050405020304" pitchFamily="18" charset="0"/>
              </a:rPr>
              <a:t>Task 4 Complete the times with the correct words. </a:t>
            </a:r>
            <a:b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pic>
        <p:nvPicPr>
          <p:cNvPr id="7" name="Espaço Reservado para Conteúdo 6" descr="Uma imagem contendo Diagrama&#10;&#10;Descrição gerada automaticamente">
            <a:extLst>
              <a:ext uri="{FF2B5EF4-FFF2-40B4-BE49-F238E27FC236}">
                <a16:creationId xmlns:a16="http://schemas.microsoft.com/office/drawing/2014/main" id="{D5A81880-51E0-99E3-5392-EE761DD45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" y="605118"/>
            <a:ext cx="9192210" cy="6009042"/>
          </a:xfrm>
          <a:prstGeom prst="rect">
            <a:avLst/>
          </a:prstGeom>
          <a:solidFill>
            <a:srgbClr val="FFFF00"/>
          </a:solidFill>
        </p:spPr>
      </p:pic>
    </p:spTree>
    <p:extLst>
      <p:ext uri="{BB962C8B-B14F-4D97-AF65-F5344CB8AC3E}">
        <p14:creationId xmlns:p14="http://schemas.microsoft.com/office/powerpoint/2010/main" val="158217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B4DBA-723C-075C-8538-6F1D5C44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0" y="228601"/>
            <a:ext cx="7863840" cy="103632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500" b="1">
                <a:effectLst/>
                <a:latin typeface="ArialMT"/>
                <a:ea typeface="Times New Roman" panose="02020603050405020304" pitchFamily="18" charset="0"/>
              </a:rPr>
              <a:t>Task 5 Put the words in the correct order. </a:t>
            </a:r>
            <a:br>
              <a:rPr lang="pt-BR" sz="25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pt-BR" sz="2500" dirty="0"/>
          </a:p>
        </p:txBody>
      </p:sp>
      <p:pic>
        <p:nvPicPr>
          <p:cNvPr id="17" name="Picture 4" descr="Analogue clock">
            <a:extLst>
              <a:ext uri="{FF2B5EF4-FFF2-40B4-BE49-F238E27FC236}">
                <a16:creationId xmlns:a16="http://schemas.microsoft.com/office/drawing/2014/main" id="{029E219E-D9AC-F430-FB5A-C21801231C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273" r="2212" b="-2"/>
          <a:stretch/>
        </p:blipFill>
        <p:spPr>
          <a:xfrm>
            <a:off x="20" y="975"/>
            <a:ext cx="2331700" cy="6858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0462EC-C43F-8549-3B78-3CA232600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0" y="899160"/>
            <a:ext cx="8778240" cy="5730239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500" dirty="0" err="1">
                <a:effectLst/>
                <a:latin typeface="ArialMT"/>
                <a:ea typeface="Times New Roman" panose="02020603050405020304" pitchFamily="18" charset="0"/>
              </a:rPr>
              <a:t>is</a:t>
            </a:r>
            <a:r>
              <a:rPr lang="pt-BR" sz="3500" dirty="0">
                <a:effectLst/>
                <a:latin typeface="ArialMT"/>
                <a:ea typeface="Times New Roman" panose="02020603050405020304" pitchFamily="18" charset="0"/>
              </a:rPr>
              <a:t> / time / it/ </a:t>
            </a:r>
            <a:r>
              <a:rPr lang="pt-BR" sz="3500" dirty="0" err="1">
                <a:effectLst/>
                <a:latin typeface="ArialMT"/>
                <a:ea typeface="Times New Roman" panose="02020603050405020304" pitchFamily="18" charset="0"/>
              </a:rPr>
              <a:t>What</a:t>
            </a:r>
            <a:r>
              <a:rPr lang="pt-BR" sz="3500" dirty="0">
                <a:effectLst/>
                <a:latin typeface="ArialMT"/>
                <a:ea typeface="Times New Roman" panose="02020603050405020304" pitchFamily="18" charset="0"/>
              </a:rPr>
              <a:t> /? _____________________________ </a:t>
            </a:r>
            <a:endParaRPr lang="pt-BR" sz="3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500" dirty="0" err="1">
                <a:effectLst/>
                <a:latin typeface="ArialMT"/>
                <a:ea typeface="Times New Roman" panose="02020603050405020304" pitchFamily="18" charset="0"/>
              </a:rPr>
              <a:t>is</a:t>
            </a:r>
            <a:r>
              <a:rPr lang="pt-BR" sz="3500" dirty="0">
                <a:effectLst/>
                <a:latin typeface="ArialMT"/>
                <a:ea typeface="Times New Roman" panose="02020603050405020304" pitchFamily="18" charset="0"/>
              </a:rPr>
              <a:t> / time / </a:t>
            </a:r>
            <a:r>
              <a:rPr lang="pt-BR" sz="3500" dirty="0" err="1">
                <a:effectLst/>
                <a:latin typeface="ArialMT"/>
                <a:ea typeface="Times New Roman" panose="02020603050405020304" pitchFamily="18" charset="0"/>
              </a:rPr>
              <a:t>What</a:t>
            </a:r>
            <a:r>
              <a:rPr lang="pt-BR" sz="3500" dirty="0">
                <a:effectLst/>
                <a:latin typeface="ArialMT"/>
                <a:ea typeface="Times New Roman" panose="02020603050405020304" pitchFamily="18" charset="0"/>
              </a:rPr>
              <a:t> / </a:t>
            </a:r>
            <a:r>
              <a:rPr lang="pt-BR" sz="3500" dirty="0" err="1">
                <a:effectLst/>
                <a:latin typeface="ArialMT"/>
                <a:ea typeface="Times New Roman" panose="02020603050405020304" pitchFamily="18" charset="0"/>
              </a:rPr>
              <a:t>the</a:t>
            </a:r>
            <a:r>
              <a:rPr lang="pt-BR" sz="3500" dirty="0">
                <a:effectLst/>
                <a:latin typeface="ArialMT"/>
                <a:ea typeface="Times New Roman" panose="02020603050405020304" pitchFamily="18" charset="0"/>
              </a:rPr>
              <a:t> /? _____________________________ </a:t>
            </a:r>
            <a:endParaRPr lang="pt-BR" sz="3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3500" dirty="0">
                <a:effectLst/>
                <a:latin typeface="ArialMT"/>
                <a:ea typeface="Times New Roman" panose="02020603050405020304" pitchFamily="18" charset="0"/>
              </a:rPr>
              <a:t>m / I / late / minutes / ten /. _____________________________</a:t>
            </a:r>
            <a:endParaRPr lang="pt-BR" sz="3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3500" dirty="0">
                <a:effectLst/>
                <a:latin typeface="ArialMT"/>
                <a:ea typeface="Times New Roman" panose="02020603050405020304" pitchFamily="18" charset="0"/>
              </a:rPr>
              <a:t>does / start / the / film / time / What /? _______________________</a:t>
            </a:r>
            <a:endParaRPr lang="pt-BR" sz="3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sz="35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5. at / five / half / It / past / starts /. ____________________________</a:t>
            </a:r>
            <a:endParaRPr lang="pt-BR" sz="3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sz="35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3500" kern="0" dirty="0"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5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/ coffee / for / got / time / We've /. _________________________</a:t>
            </a:r>
            <a:endParaRPr lang="pt-BR" sz="3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pt-BR" sz="35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pt-BR" sz="35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got</a:t>
            </a:r>
            <a:r>
              <a:rPr lang="pt-BR" sz="35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/ minutes / </a:t>
            </a:r>
            <a:r>
              <a:rPr lang="pt-BR" sz="35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twenty</a:t>
            </a:r>
            <a:r>
              <a:rPr lang="pt-BR" sz="35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35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We've</a:t>
            </a:r>
            <a:r>
              <a:rPr lang="pt-BR" sz="35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/. ____________________________</a:t>
            </a:r>
            <a:endParaRPr lang="pt-BR" sz="3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111549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F2C3B-DCD6-9E5B-E114-0F910C0F3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568411"/>
            <a:ext cx="8219768" cy="37647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700" b="1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Task 6 Can you remember the expressions from Task 5? Complete them with the correct words. </a:t>
            </a:r>
            <a:br>
              <a:rPr lang="pt-BR" sz="17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1700" dirty="0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3B13FFA0-FAE4-57A6-353B-8C529FC3E9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2" r="15468"/>
          <a:stretch/>
        </p:blipFill>
        <p:spPr>
          <a:xfrm>
            <a:off x="20" y="975"/>
            <a:ext cx="3200380" cy="6858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1F9922-12F0-9665-ACA7-4278FC46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777240"/>
            <a:ext cx="8219768" cy="5943599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time______________? 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______________? 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_______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ten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minutes_______. 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_______does 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film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_______? 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It starts_______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half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_______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five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We've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got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______________a 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coffee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We'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_______</a:t>
            </a:r>
            <a:r>
              <a:rPr lang="pt-BR" sz="3600" kern="0" dirty="0" err="1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twenty</a:t>
            </a:r>
            <a:r>
              <a:rPr lang="pt-BR" sz="36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________. </a:t>
            </a: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667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262A03-9848-096C-B8E9-BDFE10E96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91" y="1150076"/>
            <a:ext cx="4238498" cy="4557849"/>
          </a:xfrm>
        </p:spPr>
        <p:txBody>
          <a:bodyPr>
            <a:normAutofit/>
          </a:bodyPr>
          <a:lstStyle/>
          <a:p>
            <a:pPr algn="ctr"/>
            <a:r>
              <a:rPr lang="en-US" sz="3200" b="1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Task 7 Put the words in order to make sentences. </a:t>
            </a:r>
            <a:br>
              <a:rPr lang="pt-BR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33AC8A-B59E-1076-A0EE-BF1A0C74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923" y="152400"/>
            <a:ext cx="7418385" cy="655320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28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Now / is / What / time / it /? ______________________________ 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28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please /, / the / What / is / time /? ______________________________ 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28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hours / You / two / late / are / ! ______________________________ 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28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meeting / time / does / the / start / What / ? ______________________________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kern="100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quarter / It / ten / at / a / to / starts /. </a:t>
            </a:r>
            <a:r>
              <a:rPr lang="en-US" sz="2800" kern="0" dirty="0">
                <a:effectLst/>
                <a:latin typeface="ArialMT"/>
                <a:ea typeface="Times New Roman" panose="02020603050405020304" pitchFamily="18" charset="0"/>
                <a:cs typeface="Courier New" panose="02070309020205020404" pitchFamily="49" charset="0"/>
              </a:rPr>
              <a:t>    ______________________________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2800" kern="0" dirty="0"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We’ve / sandwich / time / got / for/ a / sandwich.__________________________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2800" dirty="0">
                <a:effectLst/>
                <a:latin typeface="ArialMT"/>
                <a:ea typeface="Times New Roman" panose="02020603050405020304" pitchFamily="18" charset="0"/>
              </a:rPr>
              <a:t>Half / got / hour / an / We've /. ___________________________ </a:t>
            </a:r>
            <a:endParaRPr lang="pt-B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3426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133C8-3C99-D6B0-89BA-89648AC96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0" y="182881"/>
            <a:ext cx="7982373" cy="914400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prices</a:t>
            </a:r>
            <a:r>
              <a:rPr lang="pt-BR" dirty="0"/>
              <a:t> – </a:t>
            </a:r>
            <a:r>
              <a:rPr lang="pt-BR" dirty="0" err="1"/>
              <a:t>speaking</a:t>
            </a:r>
            <a:endParaRPr lang="pt-BR" dirty="0"/>
          </a:p>
        </p:txBody>
      </p:sp>
      <p:pic>
        <p:nvPicPr>
          <p:cNvPr id="5" name="Picture 4" descr="Interior of empty bus">
            <a:extLst>
              <a:ext uri="{FF2B5EF4-FFF2-40B4-BE49-F238E27FC236}">
                <a16:creationId xmlns:a16="http://schemas.microsoft.com/office/drawing/2014/main" id="{7544CE04-7826-4F4A-9B14-FC1BF048B2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29" r="26748" b="-2"/>
          <a:stretch/>
        </p:blipFill>
        <p:spPr>
          <a:xfrm>
            <a:off x="20" y="975"/>
            <a:ext cx="3398500" cy="6858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F4BB47-F78A-4486-E7D4-AEFA2377C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6160" y="1249680"/>
            <a:ext cx="7982373" cy="5425439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pt-BR" sz="3200" dirty="0" err="1"/>
              <a:t>What</a:t>
            </a:r>
            <a:r>
              <a:rPr lang="pt-BR" sz="3200" dirty="0"/>
              <a:t> are some </a:t>
            </a:r>
            <a:r>
              <a:rPr lang="pt-BR" sz="3200" dirty="0" err="1"/>
              <a:t>means</a:t>
            </a:r>
            <a:r>
              <a:rPr lang="pt-BR" sz="3200" dirty="0"/>
              <a:t>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transportation</a:t>
            </a:r>
            <a:r>
              <a:rPr lang="pt-BR" sz="3200" dirty="0"/>
              <a:t> </a:t>
            </a:r>
            <a:r>
              <a:rPr lang="pt-BR" sz="3200" dirty="0" err="1"/>
              <a:t>you</a:t>
            </a:r>
            <a:r>
              <a:rPr lang="pt-BR" sz="3200" dirty="0"/>
              <a:t> </a:t>
            </a:r>
            <a:r>
              <a:rPr lang="pt-BR" sz="3200" dirty="0" err="1"/>
              <a:t>know</a:t>
            </a:r>
            <a:r>
              <a:rPr lang="pt-BR" sz="3200" dirty="0"/>
              <a:t>?</a:t>
            </a:r>
          </a:p>
          <a:p>
            <a:pPr>
              <a:buNone/>
            </a:pPr>
            <a:endParaRPr lang="pt-BR" sz="3200" dirty="0"/>
          </a:p>
          <a:p>
            <a:pPr>
              <a:buFontTx/>
              <a:buChar char="-"/>
            </a:pPr>
            <a:r>
              <a:rPr lang="pt-BR" sz="3200" dirty="0" err="1"/>
              <a:t>What</a:t>
            </a:r>
            <a:r>
              <a:rPr lang="pt-BR" sz="3200" dirty="0"/>
              <a:t> </a:t>
            </a:r>
            <a:r>
              <a:rPr lang="pt-BR" sz="3200" dirty="0" err="1"/>
              <a:t>public</a:t>
            </a:r>
            <a:r>
              <a:rPr lang="pt-BR" sz="3200" dirty="0"/>
              <a:t> </a:t>
            </a:r>
            <a:r>
              <a:rPr lang="pt-BR" sz="3200" dirty="0" err="1"/>
              <a:t>transportation</a:t>
            </a:r>
            <a:r>
              <a:rPr lang="pt-BR" sz="3200" dirty="0"/>
              <a:t> </a:t>
            </a:r>
            <a:r>
              <a:rPr lang="pt-BR" sz="3200" dirty="0" err="1"/>
              <a:t>is</a:t>
            </a:r>
            <a:r>
              <a:rPr lang="pt-BR" sz="3200" dirty="0"/>
              <a:t> common in Pelotas?</a:t>
            </a:r>
          </a:p>
          <a:p>
            <a:pPr>
              <a:buNone/>
            </a:pPr>
            <a:endParaRPr lang="pt-BR" sz="3200" dirty="0"/>
          </a:p>
          <a:p>
            <a:pPr>
              <a:buFontTx/>
              <a:buChar char="-"/>
            </a:pPr>
            <a:r>
              <a:rPr lang="pt-BR" sz="3200" dirty="0" err="1"/>
              <a:t>What</a:t>
            </a:r>
            <a:r>
              <a:rPr lang="pt-BR" sz="3200" dirty="0"/>
              <a:t> </a:t>
            </a:r>
            <a:r>
              <a:rPr lang="pt-BR" sz="3200" dirty="0" err="1"/>
              <a:t>transportation</a:t>
            </a:r>
            <a:r>
              <a:rPr lang="pt-BR" sz="3200" dirty="0"/>
              <a:t> </a:t>
            </a:r>
            <a:r>
              <a:rPr lang="pt-BR" sz="3200" dirty="0" err="1"/>
              <a:t>is</a:t>
            </a:r>
            <a:r>
              <a:rPr lang="pt-BR" sz="3200" dirty="0"/>
              <a:t> common 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you</a:t>
            </a:r>
            <a:r>
              <a:rPr lang="pt-BR" sz="3200" dirty="0"/>
              <a:t>? </a:t>
            </a:r>
            <a:r>
              <a:rPr lang="pt-BR" sz="3200" dirty="0" err="1"/>
              <a:t>Which</a:t>
            </a:r>
            <a:r>
              <a:rPr lang="pt-BR" sz="3200" dirty="0"/>
              <a:t> </a:t>
            </a:r>
            <a:r>
              <a:rPr lang="pt-BR" sz="3200" dirty="0" err="1"/>
              <a:t>means</a:t>
            </a:r>
            <a:r>
              <a:rPr lang="pt-BR" sz="3200" dirty="0"/>
              <a:t>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transportation</a:t>
            </a:r>
            <a:r>
              <a:rPr lang="pt-BR" sz="3200" dirty="0"/>
              <a:t> do </a:t>
            </a:r>
            <a:r>
              <a:rPr lang="pt-BR" sz="3200" dirty="0" err="1"/>
              <a:t>you</a:t>
            </a:r>
            <a:r>
              <a:rPr lang="pt-BR" sz="3200" dirty="0"/>
              <a:t> use?</a:t>
            </a:r>
          </a:p>
          <a:p>
            <a:pPr>
              <a:buNone/>
            </a:pPr>
            <a:endParaRPr lang="pt-BR" sz="3200" dirty="0"/>
          </a:p>
          <a:p>
            <a:pPr>
              <a:buNone/>
            </a:pPr>
            <a:r>
              <a:rPr lang="pt-BR" sz="3200" dirty="0"/>
              <a:t>-       </a:t>
            </a:r>
            <a:r>
              <a:rPr lang="pt-BR" sz="3200" dirty="0" err="1"/>
              <a:t>How</a:t>
            </a:r>
            <a:r>
              <a:rPr lang="pt-BR" sz="3200" dirty="0"/>
              <a:t> </a:t>
            </a:r>
            <a:r>
              <a:rPr lang="pt-BR" sz="3200" dirty="0" err="1"/>
              <a:t>much</a:t>
            </a:r>
            <a:r>
              <a:rPr lang="pt-BR" sz="3200" dirty="0"/>
              <a:t> </a:t>
            </a:r>
            <a:r>
              <a:rPr lang="pt-BR" sz="3200" dirty="0" err="1"/>
              <a:t>is</a:t>
            </a:r>
            <a:r>
              <a:rPr lang="pt-BR" sz="3200" dirty="0"/>
              <a:t> </a:t>
            </a:r>
            <a:r>
              <a:rPr lang="pt-BR" sz="3200" dirty="0" err="1"/>
              <a:t>the</a:t>
            </a:r>
            <a:r>
              <a:rPr lang="pt-BR" sz="3200" dirty="0"/>
              <a:t> bus ticket in </a:t>
            </a:r>
            <a:r>
              <a:rPr lang="pt-BR" sz="3200" dirty="0" err="1"/>
              <a:t>your</a:t>
            </a:r>
            <a:r>
              <a:rPr lang="pt-BR" sz="3200" dirty="0"/>
              <a:t> </a:t>
            </a:r>
            <a:r>
              <a:rPr lang="pt-BR" sz="3200" dirty="0" err="1"/>
              <a:t>city</a:t>
            </a:r>
            <a:r>
              <a:rPr lang="pt-BR" sz="3200" dirty="0"/>
              <a:t>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00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A6C59-D758-512F-D443-9DF5FA79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72995"/>
            <a:ext cx="10131425" cy="506627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r>
              <a:rPr lang="pt-BR" dirty="0"/>
              <a:t> - </a:t>
            </a:r>
            <a:r>
              <a:rPr lang="pt-BR" dirty="0" err="1"/>
              <a:t>speaking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2D3898-5967-1B10-B85E-BF51D4B3F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939115"/>
            <a:ext cx="11238469" cy="5745890"/>
          </a:xfrm>
        </p:spPr>
        <p:txBody>
          <a:bodyPr/>
          <a:lstStyle/>
          <a:p>
            <a:pPr>
              <a:buFontTx/>
              <a:buChar char="-"/>
            </a:pPr>
            <a:r>
              <a:rPr lang="pt-BR" sz="4000" dirty="0" err="1"/>
              <a:t>Which</a:t>
            </a:r>
            <a:r>
              <a:rPr lang="pt-BR" sz="4000" dirty="0"/>
              <a:t> </a:t>
            </a:r>
            <a:r>
              <a:rPr lang="pt-BR" sz="4000" dirty="0" err="1"/>
              <a:t>transportation</a:t>
            </a:r>
            <a:r>
              <a:rPr lang="pt-BR" sz="4000" dirty="0"/>
              <a:t> </a:t>
            </a:r>
            <a:r>
              <a:rPr lang="pt-BR" sz="4000" dirty="0" err="1"/>
              <a:t>is</a:t>
            </a:r>
            <a:r>
              <a:rPr lang="pt-BR" sz="4000" dirty="0"/>
              <a:t> </a:t>
            </a:r>
            <a:r>
              <a:rPr lang="pt-BR" sz="4000" dirty="0" err="1"/>
              <a:t>not</a:t>
            </a:r>
            <a:r>
              <a:rPr lang="pt-BR" sz="4000" dirty="0"/>
              <a:t> common in </a:t>
            </a:r>
            <a:r>
              <a:rPr lang="pt-BR" sz="4000" dirty="0" err="1"/>
              <a:t>your</a:t>
            </a:r>
            <a:r>
              <a:rPr lang="pt-BR" sz="4000" dirty="0"/>
              <a:t> </a:t>
            </a:r>
            <a:r>
              <a:rPr lang="pt-BR" sz="4000" dirty="0" err="1"/>
              <a:t>city</a:t>
            </a:r>
            <a:r>
              <a:rPr lang="pt-BR" sz="4000" dirty="0"/>
              <a:t>?</a:t>
            </a:r>
          </a:p>
          <a:p>
            <a:pPr>
              <a:buNone/>
            </a:pPr>
            <a:endParaRPr lang="pt-BR" sz="2800" dirty="0"/>
          </a:p>
          <a:p>
            <a:pPr>
              <a:buFontTx/>
              <a:buChar char="-"/>
            </a:pPr>
            <a:r>
              <a:rPr lang="pt-BR" sz="4000" dirty="0" err="1"/>
              <a:t>What</a:t>
            </a:r>
            <a:r>
              <a:rPr lang="pt-BR" sz="4000" dirty="0"/>
              <a:t> </a:t>
            </a:r>
            <a:r>
              <a:rPr lang="pt-BR" sz="4000" dirty="0" err="1"/>
              <a:t>is</a:t>
            </a:r>
            <a:r>
              <a:rPr lang="pt-BR" sz="4000" dirty="0"/>
              <a:t> </a:t>
            </a:r>
            <a:r>
              <a:rPr lang="pt-BR" sz="4000" dirty="0" err="1"/>
              <a:t>the</a:t>
            </a:r>
            <a:r>
              <a:rPr lang="pt-BR" sz="4000" dirty="0"/>
              <a:t> </a:t>
            </a:r>
            <a:r>
              <a:rPr lang="pt-BR" sz="4000" dirty="0" err="1"/>
              <a:t>transport</a:t>
            </a:r>
            <a:r>
              <a:rPr lang="pt-BR" sz="4000" dirty="0"/>
              <a:t> </a:t>
            </a:r>
            <a:r>
              <a:rPr lang="pt-BR" sz="4000" dirty="0" err="1"/>
              <a:t>used</a:t>
            </a:r>
            <a:r>
              <a:rPr lang="pt-BR" sz="4000" dirty="0"/>
              <a:t> </a:t>
            </a:r>
            <a:r>
              <a:rPr lang="pt-BR" sz="4000" dirty="0" err="1"/>
              <a:t>to</a:t>
            </a:r>
            <a:r>
              <a:rPr lang="pt-BR" sz="4000" dirty="0"/>
              <a:t> </a:t>
            </a:r>
            <a:r>
              <a:rPr lang="pt-BR" sz="4000" dirty="0" err="1"/>
              <a:t>travel</a:t>
            </a:r>
            <a:r>
              <a:rPr lang="pt-BR" sz="4000" dirty="0"/>
              <a:t> short </a:t>
            </a:r>
            <a:r>
              <a:rPr lang="pt-BR" sz="4000" dirty="0" err="1"/>
              <a:t>distances</a:t>
            </a:r>
            <a:r>
              <a:rPr lang="pt-BR" sz="4000" dirty="0"/>
              <a:t> in </a:t>
            </a:r>
            <a:r>
              <a:rPr lang="pt-BR" sz="4000" dirty="0" err="1"/>
              <a:t>Brazil</a:t>
            </a:r>
            <a:r>
              <a:rPr lang="pt-BR" sz="4000" dirty="0"/>
              <a:t>? </a:t>
            </a:r>
            <a:r>
              <a:rPr lang="pt-BR" sz="4000" dirty="0" err="1"/>
              <a:t>What</a:t>
            </a:r>
            <a:r>
              <a:rPr lang="pt-BR" sz="4000" dirty="0"/>
              <a:t> </a:t>
            </a:r>
            <a:r>
              <a:rPr lang="pt-BR" sz="4000" dirty="0" err="1"/>
              <a:t>about</a:t>
            </a:r>
            <a:r>
              <a:rPr lang="pt-BR" sz="4000" dirty="0"/>
              <a:t> </a:t>
            </a:r>
            <a:r>
              <a:rPr lang="pt-BR" sz="4000" dirty="0" err="1"/>
              <a:t>long</a:t>
            </a:r>
            <a:r>
              <a:rPr lang="pt-BR" sz="4000" dirty="0"/>
              <a:t> </a:t>
            </a:r>
            <a:r>
              <a:rPr lang="pt-BR" sz="4000" dirty="0" err="1"/>
              <a:t>distances</a:t>
            </a:r>
            <a:r>
              <a:rPr lang="pt-BR" sz="4000" dirty="0"/>
              <a:t>?</a:t>
            </a:r>
          </a:p>
          <a:p>
            <a:pPr>
              <a:buFontTx/>
              <a:buChar char="-"/>
            </a:pPr>
            <a:endParaRPr lang="pt-BR" sz="4000" dirty="0"/>
          </a:p>
          <a:p>
            <a:pPr>
              <a:buFontTx/>
              <a:buChar char="-"/>
            </a:pPr>
            <a:r>
              <a:rPr lang="pt-BR" sz="4000" dirty="0" err="1"/>
              <a:t>Which</a:t>
            </a:r>
            <a:r>
              <a:rPr lang="pt-BR" sz="4000" dirty="0"/>
              <a:t> </a:t>
            </a:r>
            <a:r>
              <a:rPr lang="pt-BR" sz="4000" dirty="0" err="1"/>
              <a:t>means</a:t>
            </a:r>
            <a:r>
              <a:rPr lang="pt-BR" sz="4000" dirty="0"/>
              <a:t> </a:t>
            </a:r>
            <a:r>
              <a:rPr lang="pt-BR" sz="4000" dirty="0" err="1"/>
              <a:t>of</a:t>
            </a:r>
            <a:r>
              <a:rPr lang="pt-BR" sz="4000" dirty="0"/>
              <a:t>  </a:t>
            </a:r>
            <a:r>
              <a:rPr lang="pt-BR" sz="4000" dirty="0" err="1"/>
              <a:t>transportion</a:t>
            </a:r>
            <a:r>
              <a:rPr lang="pt-BR" sz="4000" dirty="0"/>
              <a:t> </a:t>
            </a:r>
            <a:r>
              <a:rPr lang="pt-BR" sz="4000" dirty="0" err="1"/>
              <a:t>is</a:t>
            </a:r>
            <a:r>
              <a:rPr lang="pt-BR" sz="4000" dirty="0"/>
              <a:t> </a:t>
            </a:r>
            <a:r>
              <a:rPr lang="pt-BR" sz="4000" dirty="0" err="1"/>
              <a:t>free</a:t>
            </a:r>
            <a:r>
              <a:rPr lang="pt-BR" sz="4000" dirty="0"/>
              <a:t>?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84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5643A-B580-A54C-C514-2C2CE762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0639"/>
            <a:ext cx="10131425" cy="53134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r>
              <a:rPr lang="pt-BR" dirty="0"/>
              <a:t> - </a:t>
            </a:r>
            <a:r>
              <a:rPr lang="pt-BR" dirty="0" err="1"/>
              <a:t>speaking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A201DB-9B44-79CC-6C6B-8D60663CE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852617"/>
            <a:ext cx="11102545" cy="5659394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-</a:t>
            </a:r>
            <a:r>
              <a:rPr lang="pt-BR" sz="3200" b="1" dirty="0" err="1"/>
              <a:t>How</a:t>
            </a:r>
            <a:r>
              <a:rPr lang="pt-BR" sz="3200" b="1" dirty="0"/>
              <a:t> do </a:t>
            </a:r>
            <a:r>
              <a:rPr lang="pt-BR" sz="3200" b="1" dirty="0" err="1"/>
              <a:t>you</a:t>
            </a:r>
            <a:r>
              <a:rPr lang="pt-BR" sz="3200" b="1" dirty="0"/>
              <a:t> go</a:t>
            </a:r>
            <a:r>
              <a:rPr lang="pt-BR" sz="3200" dirty="0"/>
              <a:t>...</a:t>
            </a:r>
          </a:p>
          <a:p>
            <a:pPr>
              <a:buNone/>
            </a:pPr>
            <a:r>
              <a:rPr lang="pt-BR" sz="3200" dirty="0"/>
              <a:t>...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school</a:t>
            </a:r>
            <a:r>
              <a:rPr lang="pt-BR" sz="3200" dirty="0"/>
              <a:t>? </a:t>
            </a:r>
          </a:p>
          <a:p>
            <a:pPr>
              <a:buNone/>
            </a:pPr>
            <a:r>
              <a:rPr lang="pt-BR" sz="3200" dirty="0"/>
              <a:t>...home </a:t>
            </a:r>
            <a:r>
              <a:rPr lang="pt-BR" sz="3200" dirty="0" err="1"/>
              <a:t>after</a:t>
            </a:r>
            <a:r>
              <a:rPr lang="pt-BR" sz="3200" dirty="0"/>
              <a:t> </a:t>
            </a:r>
            <a:r>
              <a:rPr lang="pt-BR" sz="3200" dirty="0" err="1"/>
              <a:t>school</a:t>
            </a:r>
            <a:r>
              <a:rPr lang="pt-BR" sz="3200" dirty="0"/>
              <a:t>?</a:t>
            </a:r>
          </a:p>
          <a:p>
            <a:pPr>
              <a:buNone/>
            </a:pPr>
            <a:r>
              <a:rPr lang="pt-BR" sz="3200" dirty="0"/>
              <a:t>...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the</a:t>
            </a:r>
            <a:r>
              <a:rPr lang="pt-BR" sz="3200" dirty="0"/>
              <a:t> </a:t>
            </a:r>
            <a:r>
              <a:rPr lang="pt-BR" sz="3200" dirty="0" err="1"/>
              <a:t>bakery</a:t>
            </a:r>
            <a:r>
              <a:rPr lang="pt-BR" sz="3200" dirty="0"/>
              <a:t>, </a:t>
            </a:r>
            <a:r>
              <a:rPr lang="pt-BR" sz="3200" dirty="0" err="1"/>
              <a:t>drugstore</a:t>
            </a:r>
            <a:r>
              <a:rPr lang="pt-BR" sz="3200" dirty="0"/>
              <a:t> </a:t>
            </a:r>
            <a:r>
              <a:rPr lang="pt-BR" sz="3200" dirty="0" err="1"/>
              <a:t>or</a:t>
            </a:r>
            <a:r>
              <a:rPr lang="pt-BR" sz="3200" dirty="0"/>
              <a:t> </a:t>
            </a:r>
            <a:r>
              <a:rPr lang="pt-BR" sz="3200" dirty="0" err="1"/>
              <a:t>grocery</a:t>
            </a:r>
            <a:r>
              <a:rPr lang="pt-BR" sz="3200" dirty="0"/>
              <a:t> store in </a:t>
            </a:r>
            <a:r>
              <a:rPr lang="pt-BR" sz="3200" dirty="0" err="1"/>
              <a:t>your</a:t>
            </a:r>
            <a:r>
              <a:rPr lang="pt-BR" sz="3200" dirty="0"/>
              <a:t> </a:t>
            </a:r>
            <a:r>
              <a:rPr lang="pt-BR" sz="3200" dirty="0" err="1"/>
              <a:t>neighborhood</a:t>
            </a:r>
            <a:r>
              <a:rPr lang="pt-BR" sz="3200" dirty="0"/>
              <a:t>?</a:t>
            </a:r>
          </a:p>
          <a:p>
            <a:pPr>
              <a:buNone/>
            </a:pPr>
            <a:r>
              <a:rPr lang="pt-BR" sz="3200" dirty="0"/>
              <a:t>...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your</a:t>
            </a:r>
            <a:r>
              <a:rPr lang="pt-BR" sz="3200" dirty="0"/>
              <a:t> </a:t>
            </a:r>
            <a:r>
              <a:rPr lang="pt-BR" sz="3200" dirty="0" err="1"/>
              <a:t>friend’s</a:t>
            </a:r>
            <a:r>
              <a:rPr lang="pt-BR" sz="3200" dirty="0"/>
              <a:t> </a:t>
            </a:r>
            <a:r>
              <a:rPr lang="pt-BR" sz="3200" dirty="0" err="1"/>
              <a:t>house</a:t>
            </a:r>
            <a:r>
              <a:rPr lang="pt-BR" sz="3200" dirty="0"/>
              <a:t>?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6075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4D16C-E721-D262-FC51-B98B91D5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43213"/>
            <a:ext cx="10131425" cy="588307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r>
              <a:rPr lang="pt-BR" dirty="0"/>
              <a:t> - </a:t>
            </a:r>
            <a:r>
              <a:rPr lang="pt-BR" dirty="0" err="1"/>
              <a:t>prepositions</a:t>
            </a:r>
            <a:endParaRPr lang="pt-BR" dirty="0"/>
          </a:p>
        </p:txBody>
      </p:sp>
      <p:pic>
        <p:nvPicPr>
          <p:cNvPr id="20" name="Espaço Reservado para Conteúdo 19" descr="Diagrama&#10;&#10;Descrição gerada automaticamente">
            <a:extLst>
              <a:ext uri="{FF2B5EF4-FFF2-40B4-BE49-F238E27FC236}">
                <a16:creationId xmlns:a16="http://schemas.microsoft.com/office/drawing/2014/main" id="{5FBC1658-8287-7618-472E-B8F2E6BB2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920204"/>
            <a:ext cx="11475720" cy="571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09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98CB1-072C-22E1-E8F6-A2055DCD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7641"/>
            <a:ext cx="10131425" cy="50292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r>
              <a:rPr lang="pt-BR" dirty="0"/>
              <a:t> - </a:t>
            </a:r>
            <a:r>
              <a:rPr lang="pt-BR" dirty="0" err="1"/>
              <a:t>prepositions</a:t>
            </a:r>
            <a:endParaRPr lang="pt-BR" dirty="0"/>
          </a:p>
        </p:txBody>
      </p:sp>
      <p:pic>
        <p:nvPicPr>
          <p:cNvPr id="4" name="Espaço Reservado para Conteúdo 3" descr="Diagrama&#10;&#10;Descrição gerada automaticamente">
            <a:extLst>
              <a:ext uri="{FF2B5EF4-FFF2-40B4-BE49-F238E27FC236}">
                <a16:creationId xmlns:a16="http://schemas.microsoft.com/office/drawing/2014/main" id="{FC1578CE-CF99-093E-61C5-C8C58118F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" y="853441"/>
            <a:ext cx="11658600" cy="586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30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A1F43F2-78A3-09FB-BA18-5A0F3E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52401"/>
            <a:ext cx="10131425" cy="62230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r>
              <a:rPr lang="pt-BR" dirty="0"/>
              <a:t> - </a:t>
            </a:r>
            <a:r>
              <a:rPr lang="pt-BR" dirty="0" err="1"/>
              <a:t>prepositions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3E8BB63-D3E6-8B22-F392-E6E02B322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0" y="1185862"/>
            <a:ext cx="5390624" cy="1112837"/>
          </a:xfrm>
        </p:spPr>
        <p:txBody>
          <a:bodyPr/>
          <a:lstStyle/>
          <a:p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With </a:t>
            </a:r>
            <a:r>
              <a:rPr lang="en-US" sz="3200" dirty="0">
                <a:effectLst/>
                <a:latin typeface="Calibri,Bold"/>
                <a:ea typeface="Calibri" panose="020F0502020204030204" pitchFamily="34" charset="0"/>
                <a:cs typeface="Times New Roman" panose="02020603050405020304" pitchFamily="18" charset="0"/>
              </a:rPr>
              <a:t>small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 </a:t>
            </a:r>
            <a:r>
              <a:rPr lang="en-US" sz="3200" dirty="0">
                <a:effectLst/>
                <a:latin typeface="Calibri,Bold"/>
                <a:ea typeface="Calibri" panose="020F0502020204030204" pitchFamily="34" charset="0"/>
                <a:cs typeface="Times New Roman" panose="02020603050405020304" pitchFamily="18" charset="0"/>
              </a:rPr>
              <a:t>private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means of </a:t>
            </a:r>
            <a:r>
              <a:rPr lang="en-US" sz="32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transportio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pt-BR" sz="4400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887E466-CCCC-A444-7026-8D2A56060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3160" y="1417319"/>
            <a:ext cx="5514340" cy="1033463"/>
          </a:xfrm>
        </p:spPr>
        <p:txBody>
          <a:bodyPr>
            <a:normAutofit fontScale="25000" lnSpcReduction="20000"/>
          </a:bodyPr>
          <a:lstStyle/>
          <a:p>
            <a:endParaRPr lang="pt-BR" sz="4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With </a:t>
            </a:r>
            <a:r>
              <a:rPr lang="en-US" sz="12800" dirty="0">
                <a:effectLst/>
                <a:latin typeface="Calibri,Bold"/>
                <a:ea typeface="Times New Roman" panose="02020603050405020304" pitchFamily="18" charset="0"/>
              </a:rPr>
              <a:t>big </a:t>
            </a:r>
            <a:r>
              <a:rPr lang="en-US" sz="1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and </a:t>
            </a:r>
            <a:r>
              <a:rPr lang="en-US" sz="12800" dirty="0">
                <a:effectLst/>
                <a:latin typeface="Calibri,Bold"/>
                <a:ea typeface="Times New Roman" panose="02020603050405020304" pitchFamily="18" charset="0"/>
              </a:rPr>
              <a:t>public </a:t>
            </a:r>
            <a:r>
              <a:rPr lang="en-US" sz="1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means of transportation </a:t>
            </a:r>
            <a:endParaRPr lang="pt-BR" sz="1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id="{AC0C2070-41D7-CA75-26DE-98E0A70A5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2100" y="2298700"/>
            <a:ext cx="11455400" cy="3784600"/>
          </a:xfrm>
        </p:spPr>
      </p:pic>
    </p:spTree>
    <p:extLst>
      <p:ext uri="{BB962C8B-B14F-4D97-AF65-F5344CB8AC3E}">
        <p14:creationId xmlns:p14="http://schemas.microsoft.com/office/powerpoint/2010/main" val="403859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DA03-5ECB-C628-00CF-997D244A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72996"/>
            <a:ext cx="10131425" cy="63019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err="1"/>
              <a:t>We</a:t>
            </a:r>
            <a:r>
              <a:rPr lang="pt-BR" dirty="0"/>
              <a:t>  </a:t>
            </a:r>
            <a:r>
              <a:rPr lang="pt-BR" dirty="0" err="1"/>
              <a:t>travel</a:t>
            </a:r>
            <a:r>
              <a:rPr lang="pt-BR" dirty="0"/>
              <a:t>  </a:t>
            </a:r>
            <a:r>
              <a:rPr lang="pt-BR" dirty="0" err="1"/>
              <a:t>by</a:t>
            </a:r>
            <a:r>
              <a:rPr lang="pt-BR" dirty="0"/>
              <a:t> / IN / ON + </a:t>
            </a:r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FAD65-19D3-01EC-6572-CAC61014F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423" y="803189"/>
            <a:ext cx="11726562" cy="588181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Using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preposition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</a:p>
          <a:p>
            <a:pPr marL="0" indent="0" algn="l">
              <a:buNone/>
            </a:pP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	When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talk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about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general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ways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to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travel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always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use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preposition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‘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’. For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example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–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travel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car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train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can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bus,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plane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and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so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. </a:t>
            </a:r>
          </a:p>
          <a:p>
            <a:pPr marL="0" indent="0" algn="l">
              <a:buNone/>
            </a:pP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can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also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use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preposition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‘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’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to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refer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to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transportation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environment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or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surface for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example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air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land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sea,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rail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.</a:t>
            </a:r>
          </a:p>
          <a:p>
            <a:pPr marL="0" indent="0" algn="l">
              <a:buNone/>
            </a:pP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*BUT: When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Walk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somewhere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usually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say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to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go </a:t>
            </a:r>
            <a:r>
              <a:rPr lang="pt-BR" sz="4200" b="0" i="0" u="sng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ON FOOT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.</a:t>
            </a:r>
          </a:p>
          <a:p>
            <a:pPr marL="0" indent="0" algn="l">
              <a:buNone/>
            </a:pPr>
            <a:endParaRPr lang="pt-BR" sz="4200" b="0" i="0" u="none" strike="noStrike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Using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 </a:t>
            </a:r>
            <a:r>
              <a:rPr lang="pt-BR" sz="4200" b="0" i="0" u="sng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preposition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 In </a:t>
            </a:r>
          </a:p>
          <a:p>
            <a:pPr marL="0" indent="0" algn="l">
              <a:buNone/>
            </a:pP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	When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talk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about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specific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transport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vehicles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use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preposition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‘in’.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If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you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can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sit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inside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vehicle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use ‘in’. For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example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– In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car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 In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truck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 in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helicopter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 in a taxi, in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rowboat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.</a:t>
            </a:r>
          </a:p>
          <a:p>
            <a:pPr marL="0" indent="0" algn="l">
              <a:buNone/>
            </a:pPr>
            <a:endParaRPr lang="pt-BR" sz="4200" b="0" i="0" u="none" strike="noStrike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Using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preposition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pPr marL="0" indent="0" algn="l">
              <a:buNone/>
            </a:pP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	When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talk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about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specific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transport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vehicles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especially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which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can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stand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or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walk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vehicle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use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preposition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‘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’.</a:t>
            </a:r>
            <a:b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</a:b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For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example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–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go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a plane 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go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a ferry 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we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go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ship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Train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Bicycle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,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a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Motorbike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, (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and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the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basic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mode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of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travel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–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on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 </a:t>
            </a:r>
            <a:r>
              <a:rPr lang="pt-BR" sz="4200" b="0" i="0" u="none" strike="noStrike" dirty="0" err="1">
                <a:solidFill>
                  <a:schemeClr val="bg1"/>
                </a:solidFill>
                <a:effectLst/>
                <a:latin typeface="Poppins" pitchFamily="2" charset="77"/>
              </a:rPr>
              <a:t>foot</a:t>
            </a:r>
            <a:r>
              <a:rPr lang="pt-BR" sz="4200" b="0" i="0" u="none" strike="noStrike" dirty="0">
                <a:solidFill>
                  <a:schemeClr val="bg1"/>
                </a:solidFill>
                <a:effectLst/>
                <a:latin typeface="Poppins" pitchFamily="2" charset="77"/>
              </a:rPr>
              <a:t>).</a:t>
            </a:r>
          </a:p>
          <a:p>
            <a:pPr algn="l"/>
            <a:endParaRPr lang="pt-BR" b="0" i="0" u="none" strike="noStrike" dirty="0">
              <a:effectLst/>
              <a:latin typeface="Poppins" pitchFamily="2" charset="77"/>
            </a:endParaRPr>
          </a:p>
          <a:p>
            <a:pPr marL="0" indent="0" algn="l">
              <a:buNone/>
            </a:pPr>
            <a:r>
              <a:rPr lang="pt-BR" b="0" i="0" u="none" strike="noStrike" dirty="0">
                <a:effectLst/>
                <a:latin typeface="Poppins" pitchFamily="2" charset="77"/>
              </a:rPr>
              <a:t>	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08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28DC5-E2B3-25EA-2999-4EEE0735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47136"/>
            <a:ext cx="10131425" cy="518983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transportation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prepositions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CBE897-3CE6-2DA2-2134-9094300ED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902043"/>
            <a:ext cx="11040761" cy="5572898"/>
          </a:xfrm>
          <a:solidFill>
            <a:schemeClr val="accent6">
              <a:lumMod val="40000"/>
              <a:lumOff val="60000"/>
            </a:schemeClr>
          </a:solidFill>
        </p:spPr>
        <p:txBody>
          <a:bodyPr numCol="2">
            <a:normAutofit fontScale="77500" lnSpcReduction="20000"/>
          </a:bodyPr>
          <a:lstStyle/>
          <a:p>
            <a:pPr>
              <a:buNone/>
            </a:pPr>
            <a:r>
              <a:rPr lang="pt-BR" sz="4400" dirty="0" err="1">
                <a:solidFill>
                  <a:schemeClr val="bg1"/>
                </a:solidFill>
              </a:rPr>
              <a:t>How</a:t>
            </a:r>
            <a:r>
              <a:rPr lang="pt-BR" sz="4400" dirty="0">
                <a:solidFill>
                  <a:schemeClr val="bg1"/>
                </a:solidFill>
              </a:rPr>
              <a:t> </a:t>
            </a:r>
            <a:r>
              <a:rPr lang="pt-BR" sz="4400" dirty="0" err="1">
                <a:solidFill>
                  <a:schemeClr val="bg1"/>
                </a:solidFill>
              </a:rPr>
              <a:t>can</a:t>
            </a:r>
            <a:r>
              <a:rPr lang="pt-BR" sz="4400" dirty="0">
                <a:solidFill>
                  <a:schemeClr val="bg1"/>
                </a:solidFill>
              </a:rPr>
              <a:t> </a:t>
            </a:r>
            <a:r>
              <a:rPr lang="pt-BR" sz="4400" dirty="0" err="1">
                <a:solidFill>
                  <a:schemeClr val="bg1"/>
                </a:solidFill>
              </a:rPr>
              <a:t>you</a:t>
            </a:r>
            <a:r>
              <a:rPr lang="pt-BR" sz="4400" dirty="0">
                <a:solidFill>
                  <a:schemeClr val="bg1"/>
                </a:solidFill>
              </a:rPr>
              <a:t> </a:t>
            </a:r>
            <a:r>
              <a:rPr lang="pt-BR" sz="4400" dirty="0" err="1">
                <a:solidFill>
                  <a:schemeClr val="bg1"/>
                </a:solidFill>
              </a:rPr>
              <a:t>say</a:t>
            </a:r>
            <a:r>
              <a:rPr lang="pt-BR" sz="4400" dirty="0">
                <a:solidFill>
                  <a:schemeClr val="bg1"/>
                </a:solidFill>
              </a:rPr>
              <a:t> </a:t>
            </a:r>
            <a:r>
              <a:rPr lang="pt-BR" sz="4400" dirty="0" err="1">
                <a:solidFill>
                  <a:schemeClr val="bg1"/>
                </a:solidFill>
              </a:rPr>
              <a:t>this</a:t>
            </a:r>
            <a:r>
              <a:rPr lang="pt-BR" sz="4400" dirty="0">
                <a:solidFill>
                  <a:schemeClr val="bg1"/>
                </a:solidFill>
              </a:rPr>
              <a:t> in ENGLISH? </a:t>
            </a:r>
          </a:p>
          <a:p>
            <a:pPr>
              <a:buNone/>
            </a:pPr>
            <a:endParaRPr lang="pt-BR" sz="4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Tu estás no ônibus agora?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 Nós  estamos no avião. 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Sua irmã está no táxi?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Eu vou para o IFSUL à pé. 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Eu ando de bicicleta no domingo das 9 às 10:00.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Saia do carro, por favor.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Eu sempre saio do ônibus na frente da escola.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Ele entrou no ônibus às 7:30 da manhã.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Meus filhos entram no carro  às 6:15 da manhã em ponto para ir para a escola.</a:t>
            </a:r>
          </a:p>
          <a:p>
            <a:pPr marL="342900" indent="-342900">
              <a:buAutoNum type="arabicPeriod"/>
            </a:pPr>
            <a:r>
              <a:rPr lang="pt-BR" sz="4400" dirty="0">
                <a:solidFill>
                  <a:schemeClr val="bg1"/>
                </a:solidFill>
              </a:rPr>
              <a:t>Eu pego o ônibus para Arroio Grande  às 23:05. </a:t>
            </a:r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66581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29F84-5154-6A51-4340-A18738C2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85352"/>
            <a:ext cx="10131425" cy="531340"/>
          </a:xfrm>
        </p:spPr>
        <p:txBody>
          <a:bodyPr>
            <a:normAutofit fontScale="90000"/>
          </a:bodyPr>
          <a:lstStyle/>
          <a:p>
            <a:pPr algn="ctr"/>
            <a:r>
              <a:rPr lang="pt-BR"/>
              <a:t>Talking about prices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1DFA23-8F4D-6912-3B67-5F3C233B1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889687"/>
            <a:ext cx="11673839" cy="56223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b="0" dirty="0">
                <a:effectLst/>
                <a:latin typeface="Roboto" panose="02000000000000000000" pitchFamily="2" charset="0"/>
              </a:rPr>
              <a:t>Antes de pegar um meio de transporte pago, normalmente tentamos descobrir o valor da passagem e as formas de pagamento. Para isso, podemos utilizar a mesma pergunta que usamos para saber o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preço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de qualquer coisa - a estrutura </a:t>
            </a:r>
            <a:r>
              <a:rPr lang="pt-BR" sz="2400" b="0" i="1" dirty="0" err="1">
                <a:effectLst/>
                <a:latin typeface="Roboto" panose="02000000000000000000" pitchFamily="2" charset="0"/>
              </a:rPr>
              <a:t>How</a:t>
            </a:r>
            <a:r>
              <a:rPr lang="pt-BR" sz="2400" b="0" i="1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i="1" dirty="0" err="1">
                <a:effectLst/>
                <a:latin typeface="Roboto" panose="02000000000000000000" pitchFamily="2" charset="0"/>
              </a:rPr>
              <a:t>much</a:t>
            </a:r>
            <a:r>
              <a:rPr lang="pt-BR" sz="2400" b="0" i="1" dirty="0">
                <a:effectLst/>
                <a:latin typeface="Roboto" panose="02000000000000000000" pitchFamily="2" charset="0"/>
              </a:rPr>
              <a:t>. </a:t>
            </a:r>
            <a:endParaRPr lang="pt-BR" sz="2400" dirty="0"/>
          </a:p>
          <a:p>
            <a:pPr marL="0" indent="0">
              <a:buNone/>
            </a:pPr>
            <a:endParaRPr lang="pt-BR" sz="2400" b="0" dirty="0">
              <a:solidFill>
                <a:srgbClr val="0770B7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pt-BR" sz="2400" b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Rosa:</a:t>
            </a:r>
            <a:r>
              <a:rPr lang="pt-BR" sz="2400" b="0" dirty="0">
                <a:solidFill>
                  <a:srgbClr val="0770B7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How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much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is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the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bus ticket? </a:t>
            </a:r>
          </a:p>
          <a:p>
            <a:pPr marL="0" indent="0">
              <a:buNone/>
            </a:pPr>
            <a:r>
              <a:rPr lang="pt-BR" sz="2400" b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Driver:</a:t>
            </a:r>
            <a:r>
              <a:rPr lang="pt-BR" sz="2400" b="0" dirty="0">
                <a:solidFill>
                  <a:srgbClr val="0770B7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It’s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$2.25 in cash. </a:t>
            </a:r>
          </a:p>
          <a:p>
            <a:pPr marL="0" indent="0">
              <a:buNone/>
            </a:pPr>
            <a:r>
              <a:rPr lang="pt-BR" sz="2400" b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Rosa:</a:t>
            </a:r>
            <a:r>
              <a:rPr lang="pt-BR" sz="2400" b="0" dirty="0">
                <a:solidFill>
                  <a:srgbClr val="0770B7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Here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you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are. </a:t>
            </a:r>
          </a:p>
          <a:p>
            <a:pPr marL="0" indent="0">
              <a:buNone/>
            </a:pPr>
            <a:endParaRPr lang="pt-BR" sz="2400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pt-BR" sz="2400" b="0" dirty="0">
                <a:effectLst/>
                <a:latin typeface="Roboto" panose="02000000000000000000" pitchFamily="2" charset="0"/>
              </a:rPr>
              <a:t>Ao responder uma pergunta com </a:t>
            </a:r>
            <a:r>
              <a:rPr lang="pt-BR" sz="2400" b="1" i="1" u="sng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How</a:t>
            </a:r>
            <a:r>
              <a:rPr lang="pt-BR" sz="2400" b="1" i="1" u="sng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t-BR" sz="2400" b="1" i="1" u="sng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much</a:t>
            </a:r>
            <a:r>
              <a:rPr lang="pt-BR" sz="2400" b="1" i="1" u="sng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..?</a:t>
            </a:r>
            <a:r>
              <a:rPr lang="pt-BR" sz="2400" b="0" i="1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, os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números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podem ser ditos de diferentes formas. Acompanhe como ficaria para o valor de $2,50: </a:t>
            </a:r>
          </a:p>
          <a:p>
            <a:pPr marL="0" indent="0">
              <a:buNone/>
            </a:pPr>
            <a:r>
              <a:rPr lang="pt-BR" sz="2400" dirty="0" err="1">
                <a:latin typeface="Roboto" panose="02000000000000000000" pitchFamily="2" charset="0"/>
              </a:rPr>
              <a:t>It’s</a:t>
            </a:r>
            <a:r>
              <a:rPr lang="pt-BR" sz="2400" dirty="0">
                <a:latin typeface="Roboto" panose="02000000000000000000" pitchFamily="2" charset="0"/>
              </a:rPr>
              <a:t> </a:t>
            </a:r>
            <a:r>
              <a:rPr lang="pt-BR" sz="2400" dirty="0" err="1">
                <a:latin typeface="Roboto" panose="02000000000000000000" pitchFamily="2" charset="0"/>
              </a:rPr>
              <a:t>two</a:t>
            </a:r>
            <a:r>
              <a:rPr lang="pt-BR" sz="2400" dirty="0">
                <a:latin typeface="Roboto" panose="02000000000000000000" pitchFamily="2" charset="0"/>
              </a:rPr>
              <a:t> </a:t>
            </a:r>
            <a:r>
              <a:rPr lang="pt-BR" sz="2400" dirty="0" err="1">
                <a:latin typeface="Roboto" panose="02000000000000000000" pitchFamily="2" charset="0"/>
              </a:rPr>
              <a:t>fifty</a:t>
            </a:r>
            <a:r>
              <a:rPr lang="pt-BR" sz="2400" dirty="0">
                <a:latin typeface="Roboto" panose="02000000000000000000" pitchFamily="2" charset="0"/>
              </a:rPr>
              <a:t>. (short </a:t>
            </a:r>
            <a:r>
              <a:rPr lang="pt-BR" sz="2400" dirty="0" err="1">
                <a:latin typeface="Roboto" panose="02000000000000000000" pitchFamily="2" charset="0"/>
              </a:rPr>
              <a:t>way</a:t>
            </a:r>
            <a:r>
              <a:rPr lang="pt-BR" sz="2400" dirty="0">
                <a:latin typeface="Roboto" panose="02000000000000000000" pitchFamily="2" charset="0"/>
              </a:rPr>
              <a:t>)</a:t>
            </a:r>
          </a:p>
          <a:p>
            <a:pPr marL="0" indent="0">
              <a:buNone/>
            </a:pPr>
            <a:r>
              <a:rPr lang="pt-BR" sz="2400" b="0" dirty="0" err="1">
                <a:effectLst/>
                <a:latin typeface="Roboto" panose="02000000000000000000" pitchFamily="2" charset="0"/>
              </a:rPr>
              <a:t>It’s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two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dollars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and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fifty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cents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. (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long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 </a:t>
            </a:r>
            <a:r>
              <a:rPr lang="pt-BR" sz="2400" b="0" dirty="0" err="1">
                <a:effectLst/>
                <a:latin typeface="Roboto" panose="02000000000000000000" pitchFamily="2" charset="0"/>
              </a:rPr>
              <a:t>way</a:t>
            </a:r>
            <a:r>
              <a:rPr lang="pt-BR" sz="2400" b="0" dirty="0">
                <a:effectLst/>
                <a:latin typeface="Roboto" panose="02000000000000000000" pitchFamily="2" charset="0"/>
              </a:rPr>
              <a:t>) </a:t>
            </a:r>
          </a:p>
          <a:p>
            <a:pPr marL="0" indent="0">
              <a:buNone/>
            </a:pPr>
            <a:r>
              <a:rPr lang="pt-BR" sz="2400" dirty="0" err="1">
                <a:latin typeface="Roboto" panose="02000000000000000000" pitchFamily="2" charset="0"/>
              </a:rPr>
              <a:t>Two</a:t>
            </a:r>
            <a:r>
              <a:rPr lang="pt-BR" sz="2400" dirty="0">
                <a:latin typeface="Roboto" panose="02000000000000000000" pitchFamily="2" charset="0"/>
              </a:rPr>
              <a:t> </a:t>
            </a:r>
            <a:r>
              <a:rPr lang="pt-BR" sz="2400" dirty="0" err="1">
                <a:latin typeface="Roboto" panose="02000000000000000000" pitchFamily="2" charset="0"/>
              </a:rPr>
              <a:t>fifty</a:t>
            </a:r>
            <a:r>
              <a:rPr lang="pt-BR" sz="2400" dirty="0">
                <a:latin typeface="Roboto" panose="02000000000000000000" pitchFamily="2" charset="0"/>
              </a:rPr>
              <a:t>. (short </a:t>
            </a:r>
            <a:r>
              <a:rPr lang="pt-BR" sz="2400" dirty="0" err="1">
                <a:latin typeface="Roboto" panose="02000000000000000000" pitchFamily="2" charset="0"/>
              </a:rPr>
              <a:t>way</a:t>
            </a:r>
            <a:r>
              <a:rPr lang="pt-BR" sz="2400" dirty="0">
                <a:latin typeface="Roboto" panose="02000000000000000000" pitchFamily="2" charset="0"/>
              </a:rPr>
              <a:t>)</a:t>
            </a: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793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1EA97-66F5-2622-0923-A544983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30195"/>
            <a:ext cx="10131425" cy="74140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Task 1: People are asking about prices. Listen and write the price of each item. (LISTENING ACTIVITY IN CLASS) </a:t>
            </a:r>
            <a:b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pic>
        <p:nvPicPr>
          <p:cNvPr id="4" name="Espaço Reservado para Conteúdo 3" descr="Logotipo&#10;&#10;Descrição gerada automaticamente com confiança baixa">
            <a:extLst>
              <a:ext uri="{FF2B5EF4-FFF2-40B4-BE49-F238E27FC236}">
                <a16:creationId xmlns:a16="http://schemas.microsoft.com/office/drawing/2014/main" id="{E73DD693-C145-E05A-73B2-1307D44DA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" y="875146"/>
            <a:ext cx="9776145" cy="564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42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38664-B107-B66D-F728-D0674D6A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92" y="234779"/>
            <a:ext cx="11615351" cy="1258741"/>
          </a:xfrm>
        </p:spPr>
        <p:txBody>
          <a:bodyPr>
            <a:normAutofit fontScale="90000"/>
          </a:bodyPr>
          <a:lstStyle/>
          <a:p>
            <a:r>
              <a:rPr lang="pt-BR" sz="2700" dirty="0" err="1"/>
              <a:t>Task</a:t>
            </a:r>
            <a:r>
              <a:rPr lang="pt-BR" sz="2700" dirty="0"/>
              <a:t> 2: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Listen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to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cashiers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in a store. Write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the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total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amount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each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person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needs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to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pay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and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the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amount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of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change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each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person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receives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. (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Listening</a:t>
            </a:r>
            <a:r>
              <a:rPr lang="pt-BR" sz="2700" b="1" i="0" u="none" strike="noStrike" dirty="0">
                <a:effectLst/>
                <a:latin typeface="Open Sans" panose="020B0606030504020204" pitchFamily="34" charset="0"/>
              </a:rPr>
              <a:t> </a:t>
            </a:r>
            <a:r>
              <a:rPr lang="pt-BR" sz="2700" b="1" i="0" u="none" strike="noStrike" dirty="0" err="1">
                <a:effectLst/>
                <a:latin typeface="Open Sans" panose="020B0606030504020204" pitchFamily="34" charset="0"/>
              </a:rPr>
              <a:t>acti</a:t>
            </a:r>
            <a:r>
              <a:rPr lang="pt-BR" sz="2700" b="1" dirty="0" err="1">
                <a:latin typeface="Open Sans" panose="020B0606030504020204" pitchFamily="34" charset="0"/>
              </a:rPr>
              <a:t>vity</a:t>
            </a:r>
            <a:r>
              <a:rPr lang="pt-BR" sz="2700" b="1" dirty="0">
                <a:latin typeface="Open Sans" panose="020B0606030504020204" pitchFamily="34" charset="0"/>
              </a:rPr>
              <a:t> in </a:t>
            </a:r>
            <a:r>
              <a:rPr lang="pt-BR" sz="2700" b="1" dirty="0" err="1">
                <a:latin typeface="Open Sans" panose="020B0606030504020204" pitchFamily="34" charset="0"/>
              </a:rPr>
              <a:t>class</a:t>
            </a:r>
            <a:r>
              <a:rPr lang="pt-BR" sz="2700" b="1" dirty="0">
                <a:latin typeface="Open Sans" panose="020B0606030504020204" pitchFamily="34" charset="0"/>
              </a:rPr>
              <a:t>)</a:t>
            </a:r>
            <a:br>
              <a:rPr lang="pt-BR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9B3DFA7-CF8F-1949-F7A9-B354AA97E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" y="1661160"/>
            <a:ext cx="10927080" cy="4686935"/>
          </a:xfrm>
        </p:spPr>
      </p:pic>
    </p:spTree>
    <p:extLst>
      <p:ext uri="{BB962C8B-B14F-4D97-AF65-F5344CB8AC3E}">
        <p14:creationId xmlns:p14="http://schemas.microsoft.com/office/powerpoint/2010/main" val="39323692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188</TotalTime>
  <Words>1100</Words>
  <Application>Microsoft Office PowerPoint</Application>
  <PresentationFormat>Widescreen</PresentationFormat>
  <Paragraphs>117</Paragraphs>
  <Slides>21</Slides>
  <Notes>0</Notes>
  <HiddenSlides>0</HiddenSlides>
  <MMClips>2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1" baseType="lpstr">
      <vt:lpstr>Arial</vt:lpstr>
      <vt:lpstr>ArialMT</vt:lpstr>
      <vt:lpstr>Calibri</vt:lpstr>
      <vt:lpstr>Calibri Light</vt:lpstr>
      <vt:lpstr>Calibri,Bold</vt:lpstr>
      <vt:lpstr>Open Sans</vt:lpstr>
      <vt:lpstr>Poppins</vt:lpstr>
      <vt:lpstr>Roboto</vt:lpstr>
      <vt:lpstr>Times New Roman</vt:lpstr>
      <vt:lpstr>Celestial</vt:lpstr>
      <vt:lpstr>Lesson 4   what time is the next bus?  </vt:lpstr>
      <vt:lpstr>HOW TO TALK ABOUT THE TIME IN ENGLISH </vt:lpstr>
      <vt:lpstr>What time is it? </vt:lpstr>
      <vt:lpstr>Task 1 Watch the video </vt:lpstr>
      <vt:lpstr>Task 2 Watch the first scene again (0.00–1.30). Write the numbers (not words) to complete the conversation. </vt:lpstr>
      <vt:lpstr>Task 3 Match the sentences with the times.  </vt:lpstr>
      <vt:lpstr>Task 4 Complete the times with the correct words.  </vt:lpstr>
      <vt:lpstr>Task 5 Put the words in the correct order.  </vt:lpstr>
      <vt:lpstr>Task 6 Can you remember the expressions from Task 5? Complete them with the correct words.  </vt:lpstr>
      <vt:lpstr>Task 7 Put the words in order to make sentences.  </vt:lpstr>
      <vt:lpstr>Means of transportation and prices – speaking</vt:lpstr>
      <vt:lpstr>Means of transportation - speaking</vt:lpstr>
      <vt:lpstr>Means of transportation - speaking</vt:lpstr>
      <vt:lpstr>Means of transportation - prepositions</vt:lpstr>
      <vt:lpstr>Means of transportation - prepositions</vt:lpstr>
      <vt:lpstr>Means of transportation - prepositions</vt:lpstr>
      <vt:lpstr>We  travel  by / IN / ON + means of transportation</vt:lpstr>
      <vt:lpstr>Means of transportation and prepositions</vt:lpstr>
      <vt:lpstr>Talking about prices</vt:lpstr>
      <vt:lpstr>Task 1: People are asking about prices. Listen and write the price of each item. (LISTENING ACTIVITY IN CLASS)  </vt:lpstr>
      <vt:lpstr>Task 2: Listen to cashiers in a store. Write the total amount each person needs to pay and the amount of change each person receives. (Listening activity in class)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   what time is the next bus?</dc:title>
  <dc:creator>Marcelo Korberg</dc:creator>
  <cp:lastModifiedBy>Marcelo Korberg</cp:lastModifiedBy>
  <cp:revision>1</cp:revision>
  <dcterms:created xsi:type="dcterms:W3CDTF">2023-09-22T20:27:22Z</dcterms:created>
  <dcterms:modified xsi:type="dcterms:W3CDTF">2025-11-18T21:24:04Z</dcterms:modified>
</cp:coreProperties>
</file>